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heme/theme3.xml" ContentType="application/vnd.openxmlformats-officedocument.theme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theme/theme4.xml" ContentType="application/vnd.openxmlformats-officedocument.theme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  <p:sldMasterId id="2147483677" r:id="rId3"/>
    <p:sldMasterId id="2147483731" r:id="rId4"/>
    <p:sldMasterId id="2147483746" r:id="rId5"/>
  </p:sldMasterIdLst>
  <p:notesMasterIdLst>
    <p:notesMasterId r:id="rId21"/>
  </p:notesMasterIdLst>
  <p:sldIdLst>
    <p:sldId id="357" r:id="rId6"/>
    <p:sldId id="358" r:id="rId7"/>
    <p:sldId id="275" r:id="rId8"/>
    <p:sldId id="360" r:id="rId9"/>
    <p:sldId id="377" r:id="rId10"/>
    <p:sldId id="376" r:id="rId11"/>
    <p:sldId id="285" r:id="rId12"/>
    <p:sldId id="361" r:id="rId13"/>
    <p:sldId id="378" r:id="rId14"/>
    <p:sldId id="381" r:id="rId15"/>
    <p:sldId id="379" r:id="rId16"/>
    <p:sldId id="382" r:id="rId17"/>
    <p:sldId id="359" r:id="rId18"/>
    <p:sldId id="380" r:id="rId19"/>
    <p:sldId id="25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54F92F5-CC05-4E16-9FBA-3B437D00D37B}">
          <p14:sldIdLst>
            <p14:sldId id="357"/>
            <p14:sldId id="358"/>
            <p14:sldId id="275"/>
            <p14:sldId id="360"/>
            <p14:sldId id="377"/>
            <p14:sldId id="376"/>
            <p14:sldId id="285"/>
            <p14:sldId id="361"/>
            <p14:sldId id="378"/>
            <p14:sldId id="381"/>
            <p14:sldId id="379"/>
            <p14:sldId id="382"/>
            <p14:sldId id="359"/>
            <p14:sldId id="380"/>
            <p14:sldId id="256"/>
          </p14:sldIdLst>
        </p14:section>
        <p14:section name="Untitled Section" id="{8DA0EEC8-42DD-47F5-BD4F-2D16EAD52EBF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188D4"/>
    <a:srgbClr val="8E89D3"/>
    <a:srgbClr val="6F39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48D4B3-3A55-A079-0AEF-77D2AFB39585}" v="16" dt="2025-10-17T17:16:43.122"/>
    <p1510:client id="{5B8A1E40-CD07-BAC6-E6F1-0A089587E7EB}" v="217" dt="2025-10-17T15:12:39.289"/>
    <p1510:client id="{94A4A98F-BC05-0CA8-F79E-4F2173B997E9}" v="356" dt="2025-10-17T16:37:04.1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microsoft.com/office/2015/10/relationships/revisionInfo" Target="revisionInfo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A41DD8-2A56-44A8-BF47-264ACE903FD6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ED58C2-96A5-4462-9819-F60BC0E92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988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/>
              <a:t>Elizabeth </a:t>
            </a:r>
            <a:r>
              <a:rPr lang="nl-NL" err="1"/>
              <a:t>Mwangi</a:t>
            </a:r>
            <a:endParaRPr lang="nl-NL" err="1">
              <a:ea typeface="Calibri"/>
              <a:cs typeface="Calibri"/>
            </a:endParaRPr>
          </a:p>
          <a:p>
            <a:endParaRPr lang="nl-NL">
              <a:ea typeface="Calibri"/>
              <a:cs typeface="Calibri"/>
            </a:endParaRPr>
          </a:p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ED58C2-96A5-4462-9819-F60BC0E92E9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255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ED58C2-96A5-4462-9819-F60BC0E92E9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8229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Our investigation centers on these objectives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ED58C2-96A5-4462-9819-F60BC0E92E9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5287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0F1115"/>
                </a:solidFill>
              </a:rPr>
              <a:t>Let me quickly explain our metrics. WER counts word errors, CER counts character errors, but </a:t>
            </a:r>
            <a:r>
              <a:rPr lang="en-US" err="1">
                <a:solidFill>
                  <a:srgbClr val="0F1115"/>
                </a:solidFill>
              </a:rPr>
              <a:t>LATTEScore</a:t>
            </a:r>
            <a:r>
              <a:rPr lang="en-US">
                <a:solidFill>
                  <a:srgbClr val="0F1115"/>
                </a:solidFill>
              </a:rPr>
              <a:t> measures meaning preservation. This is what determines if communication actually succeeds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ED58C2-96A5-4462-9819-F60BC0E92E9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2020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918CC-0E5E-14B8-1133-13A45374C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9AE93A-8B0E-3FFD-454A-96A91B0386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A6CE8C-A50A-8934-F532-3D5A1F598E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>
                <a:solidFill>
                  <a:srgbClr val="0F1115"/>
                </a:solidFill>
              </a:rPr>
              <a:t>I found </a:t>
            </a:r>
            <a:r>
              <a:rPr lang="nl-NL" err="1">
                <a:solidFill>
                  <a:srgbClr val="0F1115"/>
                </a:solidFill>
              </a:rPr>
              <a:t>that</a:t>
            </a:r>
            <a:r>
              <a:rPr lang="nl-NL">
                <a:solidFill>
                  <a:srgbClr val="0F1115"/>
                </a:solidFill>
              </a:rPr>
              <a:t> </a:t>
            </a:r>
            <a:r>
              <a:rPr lang="nl-NL" err="1">
                <a:solidFill>
                  <a:srgbClr val="0F1115"/>
                </a:solidFill>
              </a:rPr>
              <a:t>there's</a:t>
            </a:r>
            <a:r>
              <a:rPr lang="nl-NL">
                <a:solidFill>
                  <a:srgbClr val="0F1115"/>
                </a:solidFill>
              </a:rPr>
              <a:t> </a:t>
            </a:r>
            <a:r>
              <a:rPr lang="nl-NL" err="1">
                <a:solidFill>
                  <a:srgbClr val="0F1115"/>
                </a:solidFill>
              </a:rPr>
              <a:t>the</a:t>
            </a:r>
            <a:r>
              <a:rPr lang="nl-NL">
                <a:solidFill>
                  <a:srgbClr val="0F1115"/>
                </a:solidFill>
              </a:rPr>
              <a:t> </a:t>
            </a:r>
            <a:r>
              <a:rPr lang="nl-NL" err="1">
                <a:solidFill>
                  <a:srgbClr val="0F1115"/>
                </a:solidFill>
              </a:rPr>
              <a:t>problem</a:t>
            </a:r>
            <a:r>
              <a:rPr lang="nl-NL">
                <a:solidFill>
                  <a:srgbClr val="0F1115"/>
                </a:solidFill>
              </a:rPr>
              <a:t> </a:t>
            </a:r>
            <a:r>
              <a:rPr lang="nl-NL" err="1">
                <a:solidFill>
                  <a:srgbClr val="0F1115"/>
                </a:solidFill>
              </a:rPr>
              <a:t>with</a:t>
            </a:r>
            <a:r>
              <a:rPr lang="nl-NL">
                <a:solidFill>
                  <a:srgbClr val="0F1115"/>
                </a:solidFill>
              </a:rPr>
              <a:t> traditional </a:t>
            </a:r>
            <a:r>
              <a:rPr lang="nl-NL" err="1">
                <a:solidFill>
                  <a:srgbClr val="0F1115"/>
                </a:solidFill>
              </a:rPr>
              <a:t>metrics</a:t>
            </a:r>
            <a:r>
              <a:rPr lang="nl-NL">
                <a:solidFill>
                  <a:srgbClr val="0F1115"/>
                </a:solidFill>
              </a:rPr>
              <a:t>. WER </a:t>
            </a:r>
            <a:r>
              <a:rPr lang="nl-NL" err="1">
                <a:solidFill>
                  <a:srgbClr val="0F1115"/>
                </a:solidFill>
              </a:rPr>
              <a:t>can</a:t>
            </a:r>
            <a:r>
              <a:rPr lang="nl-NL">
                <a:solidFill>
                  <a:srgbClr val="0F1115"/>
                </a:solidFill>
              </a:rPr>
              <a:t> look okay </a:t>
            </a:r>
            <a:r>
              <a:rPr lang="nl-NL" err="1">
                <a:solidFill>
                  <a:srgbClr val="0F1115"/>
                </a:solidFill>
              </a:rPr>
              <a:t>while</a:t>
            </a:r>
            <a:r>
              <a:rPr lang="nl-NL">
                <a:solidFill>
                  <a:srgbClr val="0F1115"/>
                </a:solidFill>
              </a:rPr>
              <a:t> </a:t>
            </a:r>
            <a:r>
              <a:rPr lang="nl-NL" err="1">
                <a:solidFill>
                  <a:srgbClr val="0F1115"/>
                </a:solidFill>
              </a:rPr>
              <a:t>the</a:t>
            </a:r>
            <a:r>
              <a:rPr lang="nl-NL">
                <a:solidFill>
                  <a:srgbClr val="0F1115"/>
                </a:solidFill>
              </a:rPr>
              <a:t> model </a:t>
            </a:r>
            <a:r>
              <a:rPr lang="nl-NL" err="1">
                <a:solidFill>
                  <a:srgbClr val="0F1115"/>
                </a:solidFill>
              </a:rPr>
              <a:t>completely</a:t>
            </a:r>
            <a:r>
              <a:rPr lang="nl-NL">
                <a:solidFill>
                  <a:srgbClr val="0F1115"/>
                </a:solidFill>
              </a:rPr>
              <a:t> </a:t>
            </a:r>
            <a:r>
              <a:rPr lang="nl-NL" err="1">
                <a:solidFill>
                  <a:srgbClr val="0F1115"/>
                </a:solidFill>
              </a:rPr>
              <a:t>misunderstands</a:t>
            </a:r>
            <a:r>
              <a:rPr lang="nl-NL">
                <a:solidFill>
                  <a:srgbClr val="0F1115"/>
                </a:solidFill>
              </a:rPr>
              <a:t> </a:t>
            </a:r>
            <a:r>
              <a:rPr lang="nl-NL" err="1">
                <a:solidFill>
                  <a:srgbClr val="0F1115"/>
                </a:solidFill>
              </a:rPr>
              <a:t>the</a:t>
            </a:r>
            <a:r>
              <a:rPr lang="nl-NL">
                <a:solidFill>
                  <a:srgbClr val="0F1115"/>
                </a:solidFill>
              </a:rPr>
              <a:t> user. In </a:t>
            </a:r>
            <a:r>
              <a:rPr lang="nl-NL" err="1">
                <a:solidFill>
                  <a:srgbClr val="0F1115"/>
                </a:solidFill>
              </a:rPr>
              <a:t>this</a:t>
            </a:r>
            <a:r>
              <a:rPr lang="nl-NL">
                <a:solidFill>
                  <a:srgbClr val="0F1115"/>
                </a:solidFill>
              </a:rPr>
              <a:t> </a:t>
            </a:r>
            <a:r>
              <a:rPr lang="nl-NL" err="1">
                <a:solidFill>
                  <a:srgbClr val="0F1115"/>
                </a:solidFill>
              </a:rPr>
              <a:t>example</a:t>
            </a:r>
            <a:r>
              <a:rPr lang="nl-NL">
                <a:solidFill>
                  <a:srgbClr val="0F1115"/>
                </a:solidFill>
              </a:rPr>
              <a:t>, </a:t>
            </a:r>
            <a:r>
              <a:rPr lang="nl-NL" err="1">
                <a:solidFill>
                  <a:srgbClr val="0F1115"/>
                </a:solidFill>
              </a:rPr>
              <a:t>the</a:t>
            </a:r>
            <a:r>
              <a:rPr lang="nl-NL">
                <a:solidFill>
                  <a:srgbClr val="0F1115"/>
                </a:solidFill>
              </a:rPr>
              <a:t> </a:t>
            </a:r>
            <a:r>
              <a:rPr lang="nl-NL" err="1">
                <a:solidFill>
                  <a:srgbClr val="0F1115"/>
                </a:solidFill>
              </a:rPr>
              <a:t>words</a:t>
            </a:r>
            <a:r>
              <a:rPr lang="nl-NL">
                <a:solidFill>
                  <a:srgbClr val="0F1115"/>
                </a:solidFill>
              </a:rPr>
              <a:t> are close but </a:t>
            </a:r>
            <a:r>
              <a:rPr lang="nl-NL" err="1">
                <a:solidFill>
                  <a:srgbClr val="0F1115"/>
                </a:solidFill>
              </a:rPr>
              <a:t>the</a:t>
            </a:r>
            <a:r>
              <a:rPr lang="nl-NL">
                <a:solidFill>
                  <a:srgbClr val="0F1115"/>
                </a:solidFill>
              </a:rPr>
              <a:t> </a:t>
            </a:r>
            <a:r>
              <a:rPr lang="nl-NL" err="1">
                <a:solidFill>
                  <a:srgbClr val="0F1115"/>
                </a:solidFill>
              </a:rPr>
              <a:t>meaning</a:t>
            </a:r>
            <a:r>
              <a:rPr lang="nl-NL">
                <a:solidFill>
                  <a:srgbClr val="0F1115"/>
                </a:solidFill>
              </a:rPr>
              <a:t> is </a:t>
            </a:r>
            <a:r>
              <a:rPr lang="nl-NL" err="1">
                <a:solidFill>
                  <a:srgbClr val="0F1115"/>
                </a:solidFill>
              </a:rPr>
              <a:t>completely</a:t>
            </a:r>
            <a:r>
              <a:rPr lang="nl-NL">
                <a:solidFill>
                  <a:srgbClr val="0F1115"/>
                </a:solidFill>
              </a:rPr>
              <a:t> wrong.</a:t>
            </a:r>
            <a:endParaRPr lang="en-US">
              <a:solidFill>
                <a:srgbClr val="0F1115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56DE90-9106-C509-3371-4971365DE2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ED58C2-96A5-4462-9819-F60BC0E92E9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4710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CBB19-6930-5145-7571-2613D4F55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25A9F7-E828-0C36-D6A8-7478AE0CF4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4BB1CE-03DC-B0D3-BA6E-1864DF1CA6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0F1115"/>
                </a:solidFill>
              </a:rPr>
              <a:t>How </a:t>
            </a:r>
            <a:r>
              <a:rPr lang="en-US" err="1">
                <a:solidFill>
                  <a:srgbClr val="0F1115"/>
                </a:solidFill>
              </a:rPr>
              <a:t>LATTEScore</a:t>
            </a:r>
            <a:r>
              <a:rPr lang="en-US">
                <a:solidFill>
                  <a:srgbClr val="0F1115"/>
                </a:solidFill>
              </a:rPr>
              <a:t> works: we compare the meaning of what was said versus what the model understood using semantic similarity. We set a high bar—80% for deployment—because user communication can't afford mistakes.</a:t>
            </a:r>
          </a:p>
          <a:p>
            <a:r>
              <a:rPr lang="en-US" b="1">
                <a:solidFill>
                  <a:srgbClr val="0F1115"/>
                </a:solidFill>
              </a:rPr>
              <a:t>Anticipated Questions and How This Paper Helps You Answer Them</a:t>
            </a:r>
            <a:endParaRPr lang="en-US"/>
          </a:p>
          <a:p>
            <a:r>
              <a:rPr lang="en-US" b="1">
                <a:solidFill>
                  <a:srgbClr val="0F1115"/>
                </a:solidFill>
              </a:rPr>
              <a:t>Question 1: "Why are you using this new </a:t>
            </a:r>
            <a:r>
              <a:rPr lang="en-US" b="1" err="1">
                <a:solidFill>
                  <a:srgbClr val="0F1115"/>
                </a:solidFill>
              </a:rPr>
              <a:t>LATTEScore</a:t>
            </a:r>
            <a:r>
              <a:rPr lang="en-US" b="1">
                <a:solidFill>
                  <a:srgbClr val="0F1115"/>
                </a:solidFill>
              </a:rPr>
              <a:t> instead of standard metrics?"</a:t>
            </a:r>
            <a:endParaRPr lang="en-US"/>
          </a:p>
          <a:p>
            <a:r>
              <a:rPr lang="en-US" b="1">
                <a:solidFill>
                  <a:srgbClr val="0F1115"/>
                </a:solidFill>
              </a:rPr>
              <a:t>Your Answer:</a:t>
            </a:r>
            <a:br>
              <a:rPr lang="en-US" b="1">
                <a:cs typeface="+mn-lt"/>
              </a:rPr>
            </a:br>
            <a:r>
              <a:rPr lang="en-US" b="1">
                <a:solidFill>
                  <a:srgbClr val="0F1115"/>
                </a:solidFill>
              </a:rPr>
              <a:t>"Because the research shows that for impaired speech, standard metrics fail. This paper found that WER doesn't correlate well with whether a listener can actually understand the meaning. They proved that LLMs are a much better proxy for human judgment. We're applying this proven methodology to our problem. In fact, they specifically state that high WERs don't necessarily reflect dramatic meaning change, and vice-versa—which is exactly the problem we found in our own data."</a:t>
            </a:r>
            <a:endParaRPr lang="en-US"/>
          </a:p>
          <a:p>
            <a:r>
              <a:rPr lang="en-US" b="1">
                <a:solidFill>
                  <a:srgbClr val="0F1115"/>
                </a:solidFill>
              </a:rPr>
              <a:t>Question 2: "The Swahili model has a 58% Word Accuracy. That's not great, but couldn't it still be useful?"</a:t>
            </a:r>
            <a:endParaRPr lang="en-US"/>
          </a:p>
          <a:p>
            <a:r>
              <a:rPr lang="en-US" b="1">
                <a:solidFill>
                  <a:srgbClr val="0F1115"/>
                </a:solidFill>
              </a:rPr>
              <a:t>Your Answer:</a:t>
            </a:r>
            <a:br>
              <a:rPr lang="en-US" b="1">
                <a:cs typeface="+mn-lt"/>
              </a:rPr>
            </a:br>
            <a:r>
              <a:rPr lang="en-US" b="1">
                <a:solidFill>
                  <a:srgbClr val="0F1115"/>
                </a:solidFill>
              </a:rPr>
              <a:t>"This is the most important point. The research shows that Word Accuracy is a poor indicator of actual model quality for this use case. In their case study, they found that </a:t>
            </a:r>
            <a:r>
              <a:rPr lang="en-US" b="1" err="1">
                <a:solidFill>
                  <a:srgbClr val="0F1115"/>
                </a:solidFill>
              </a:rPr>
              <a:t>LATTEScore</a:t>
            </a:r>
            <a:r>
              <a:rPr lang="en-US" b="1">
                <a:solidFill>
                  <a:srgbClr val="0F1115"/>
                </a:solidFill>
              </a:rPr>
              <a:t> could reliably distinguish high-quality models where Word Accuracy could not. Our Swahili model has a 22% </a:t>
            </a:r>
            <a:r>
              <a:rPr lang="en-US" b="1" err="1">
                <a:solidFill>
                  <a:srgbClr val="0F1115"/>
                </a:solidFill>
              </a:rPr>
              <a:t>LATTEScore</a:t>
            </a:r>
            <a:r>
              <a:rPr lang="en-US" b="1">
                <a:solidFill>
                  <a:srgbClr val="0F1115"/>
                </a:solidFill>
              </a:rPr>
              <a:t>. According to the paper's methodology, that means over three-quarters of the utterances are losing their intended meaning. A tool that misunderstands you 78% of the time is not just 'not useful'—it's harmful and destroys trust."</a:t>
            </a:r>
            <a:endParaRPr lang="en-US"/>
          </a:p>
          <a:p>
            <a:r>
              <a:rPr lang="en-US" b="1">
                <a:solidFill>
                  <a:srgbClr val="0F1115"/>
                </a:solidFill>
              </a:rPr>
              <a:t>Question 3: "So what's the solution for Swahili? Just collect more data?"</a:t>
            </a:r>
            <a:endParaRPr lang="en-US"/>
          </a:p>
          <a:p>
            <a:r>
              <a:rPr lang="en-US" b="1">
                <a:solidFill>
                  <a:srgbClr val="0F1115"/>
                </a:solidFill>
              </a:rPr>
              <a:t>Your Answer:</a:t>
            </a:r>
            <a:br>
              <a:rPr lang="en-US" b="1">
                <a:cs typeface="+mn-lt"/>
              </a:rPr>
            </a:br>
            <a:r>
              <a:rPr lang="en-US" b="1">
                <a:solidFill>
                  <a:srgbClr val="0F1115"/>
                </a:solidFill>
              </a:rPr>
              <a:t>"The paper suggests that personalized models help, but the key is evaluation. Our first step, guided by this research, is to stop using a broken model. Then, we must fix the foundation. The paper used prompt-tuning on LLMs with a relatively small dataset. This gives us a blueprint: we don't necessarily need millions of new Swahili utterances; we may need a smaller, high-quality set annotated for meaning preservation to fine-tune our evaluation metric and, in turn, improve the models themselves."</a:t>
            </a:r>
            <a:endParaRPr lang="en-US"/>
          </a:p>
          <a:p>
            <a:r>
              <a:rPr lang="en-US" b="1">
                <a:solidFill>
                  <a:srgbClr val="0F1115"/>
                </a:solidFill>
              </a:rPr>
              <a:t>Summary: Your One-Sentence Knockout Argument</a:t>
            </a:r>
            <a:endParaRPr lang="en-US"/>
          </a:p>
          <a:p>
            <a:r>
              <a:rPr lang="en-US" b="1">
                <a:solidFill>
                  <a:srgbClr val="0F1115"/>
                </a:solidFill>
              </a:rPr>
              <a:t>When challenged on your methodology, you can say:</a:t>
            </a:r>
            <a:endParaRPr lang="en-US"/>
          </a:p>
          <a:p>
            <a:r>
              <a:rPr lang="en-US">
                <a:solidFill>
                  <a:srgbClr val="0F1115"/>
                </a:solidFill>
              </a:rPr>
              <a:t>"We are using </a:t>
            </a:r>
            <a:r>
              <a:rPr lang="en-US" err="1">
                <a:solidFill>
                  <a:srgbClr val="0F1115"/>
                </a:solidFill>
              </a:rPr>
              <a:t>LATTEScore</a:t>
            </a:r>
            <a:r>
              <a:rPr lang="en-US">
                <a:solidFill>
                  <a:srgbClr val="0F1115"/>
                </a:solidFill>
              </a:rPr>
              <a:t> because peer-reviewed research on disordered speech has already proven that it, and not WER, is the correct metric to determine if an ASR model will actually help a user communicate."</a:t>
            </a:r>
            <a:endParaRPr lang="en-US"/>
          </a:p>
          <a:p>
            <a:endParaRPr lang="en-US">
              <a:solidFill>
                <a:srgbClr val="0F1115"/>
              </a:solidFill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46985-F310-A72A-0C60-1563306F66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ED58C2-96A5-4462-9819-F60BC0E92E9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0890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0F1115"/>
                </a:solidFill>
              </a:rPr>
              <a:t>We used audio augmentation—altering pitch and speed—to help models handle the diverse patterns in non-standard speech. This makes models more robust to real-world variations.</a:t>
            </a:r>
          </a:p>
          <a:p>
            <a:endParaRPr lang="en-US">
              <a:solidFill>
                <a:srgbClr val="0F1115"/>
              </a:solidFill>
              <a:ea typeface="Calibri"/>
              <a:cs typeface="Calibri"/>
            </a:endParaRPr>
          </a:p>
          <a:p>
            <a:r>
              <a:rPr lang="en-US">
                <a:solidFill>
                  <a:srgbClr val="0F1115"/>
                </a:solidFill>
              </a:rPr>
              <a:t>These visuals show how we prepare our models for real-world speech variations. The </a:t>
            </a:r>
            <a:r>
              <a:rPr lang="en-US" b="1">
                <a:solidFill>
                  <a:srgbClr val="0F1115"/>
                </a:solidFill>
              </a:rPr>
              <a:t>waveform</a:t>
            </a:r>
            <a:r>
              <a:rPr lang="en-US">
                <a:solidFill>
                  <a:srgbClr val="0F1115"/>
                </a:solidFill>
              </a:rPr>
              <a:t> (top) shows the sound's volume over time—its louds and softs. The </a:t>
            </a:r>
            <a:r>
              <a:rPr lang="en-US" b="1">
                <a:solidFill>
                  <a:srgbClr val="0F1115"/>
                </a:solidFill>
              </a:rPr>
              <a:t>spectrogram</a:t>
            </a:r>
            <a:r>
              <a:rPr lang="en-US">
                <a:solidFill>
                  <a:srgbClr val="0F1115"/>
                </a:solidFill>
              </a:rPr>
              <a:t> (bottom) is like a sound fingerprint, showing the pitch and texture of the voice. By artificially altering these—making speech faster/slower or pitch higher/lower—we train the model to recognize words based on their core patterns, not just one perfect pronunciation. This is crucial for understanding the diverse and often unpredictable nature of impaired speech.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ED58C2-96A5-4462-9819-F60BC0E92E9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3417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78EF6-839C-D1F0-296D-1D410F0EF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29335D-11B4-B6CE-3140-2BB03A6507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CEFA0C-BD76-A508-FA3D-8E057CCAF9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0F1115"/>
                </a:solidFill>
              </a:rPr>
              <a:t>Look at what LATTEScore reveals: our Swahili models are failing at their most important job—understanding what people mean.</a:t>
            </a:r>
            <a:endParaRPr lang="en-US"/>
          </a:p>
          <a:p>
            <a:r>
              <a:rPr lang="en-US">
                <a:solidFill>
                  <a:srgbClr val="0F1115"/>
                </a:solidFill>
              </a:rPr>
              <a:t>"And there's a huge red flag here. Normally, a bigger, more powerful model should perform </a:t>
            </a:r>
            <a:r>
              <a:rPr lang="en-US" i="1">
                <a:solidFill>
                  <a:srgbClr val="0F1115"/>
                </a:solidFill>
              </a:rPr>
              <a:t>better</a:t>
            </a:r>
            <a:r>
              <a:rPr lang="en-US">
                <a:solidFill>
                  <a:srgbClr val="0F1115"/>
                </a:solidFill>
              </a:rPr>
              <a:t>. But with Swahili, the opposite happened. The large model was significantly </a:t>
            </a:r>
            <a:r>
              <a:rPr lang="en-US" i="1">
                <a:solidFill>
                  <a:srgbClr val="0F1115"/>
                </a:solidFill>
              </a:rPr>
              <a:t>worse</a:t>
            </a:r>
            <a:r>
              <a:rPr lang="en-US">
                <a:solidFill>
                  <a:srgbClr val="0F1115"/>
                </a:solidFill>
              </a:rPr>
              <a:t>.</a:t>
            </a:r>
            <a:endParaRPr lang="en-US"/>
          </a:p>
          <a:p>
            <a:endParaRPr lang="en-US">
              <a:solidFill>
                <a:srgbClr val="0F1115"/>
              </a:solidFill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49EB93-5FCF-3DE9-3076-F2B0D12953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ED58C2-96A5-4462-9819-F60BC0E92E9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7824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A6E65-21FF-7ED7-9CFA-C6026D5E8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B37D03-33D8-8865-C694-6F76EF80D0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9CBD61-B537-C41C-7C8C-4BF829925E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0F1115"/>
                </a:solidFill>
              </a:rPr>
              <a:t>For English users, performance drops significantly as impairment becomes more severe. Those who need the most support get the least reliable technology—this is an accessibility crisis."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F37758-1EB5-110F-C986-DD2E63249B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ED58C2-96A5-4462-9819-F60BC0E92E9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972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768B3-C5BA-2A8F-0A65-497779AAE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2C4FC2-56C4-D71F-B618-19B67F8047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63A7DD-EC5F-1B78-A927-D83730E5E3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solidFill>
                <a:srgbClr val="0F1115"/>
              </a:solidFill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11E203-E320-7B92-04FF-DA9B176AA9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ED58C2-96A5-4462-9819-F60BC0E92E9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4174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2556F-DD3D-AFBD-0A14-626644B88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BAA4ED-9825-B795-6D6D-D18E88B02F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A19689-76DD-8DD6-8864-667FAC019D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0F1115"/>
                </a:solidFill>
              </a:rPr>
              <a:t>Perhaps most troubling—medical condition predicts performance. Users with Multiple Sclerosis get 25 points lower meaning preservation than those with Parkinson's.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E27626-4943-812C-7CC6-9FBC2122D6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ED58C2-96A5-4462-9819-F60BC0E92E9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0394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09A34-C8D4-1469-565B-5E14340DD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67F881-5EC2-D4D6-5AF0-EF29DDF591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05B0D1-43FF-8954-E5AA-C8E7C96B21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0F1115"/>
                </a:solidFill>
              </a:rPr>
              <a:t>Perhaps most troubling—medical condition predicts performance. Users with Multiple Sclerosis get 25 points lower meaning preservation than those with Parkinson's.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D7D5C6-1668-8E37-6C74-9CD03CC19D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ED58C2-96A5-4462-9819-F60BC0E92E9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8335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err="1">
                <a:solidFill>
                  <a:srgbClr val="0F1115"/>
                </a:solidFill>
              </a:rPr>
              <a:t>Now</a:t>
            </a:r>
            <a:r>
              <a:rPr lang="nl-NL">
                <a:solidFill>
                  <a:srgbClr val="0F1115"/>
                </a:solidFill>
              </a:rPr>
              <a:t> </a:t>
            </a:r>
            <a:r>
              <a:rPr lang="nl-NL" err="1">
                <a:solidFill>
                  <a:srgbClr val="0F1115"/>
                </a:solidFill>
              </a:rPr>
              <a:t>to</a:t>
            </a:r>
            <a:r>
              <a:rPr lang="nl-NL">
                <a:solidFill>
                  <a:srgbClr val="0F1115"/>
                </a:solidFill>
              </a:rPr>
              <a:t> </a:t>
            </a:r>
            <a:r>
              <a:rPr lang="nl-NL" err="1">
                <a:solidFill>
                  <a:srgbClr val="0F1115"/>
                </a:solidFill>
              </a:rPr>
              <a:t>the</a:t>
            </a:r>
            <a:r>
              <a:rPr lang="nl-NL">
                <a:solidFill>
                  <a:srgbClr val="0F1115"/>
                </a:solidFill>
              </a:rPr>
              <a:t> </a:t>
            </a:r>
            <a:r>
              <a:rPr lang="nl-NL" err="1">
                <a:solidFill>
                  <a:srgbClr val="0F1115"/>
                </a:solidFill>
              </a:rPr>
              <a:t>results</a:t>
            </a:r>
            <a:r>
              <a:rPr lang="nl-NL">
                <a:solidFill>
                  <a:srgbClr val="0F1115"/>
                </a:solidFill>
              </a:rPr>
              <a:t>. </a:t>
            </a:r>
            <a:r>
              <a:rPr lang="nl-NL" err="1">
                <a:solidFill>
                  <a:srgbClr val="0F1115"/>
                </a:solidFill>
              </a:rPr>
              <a:t>This</a:t>
            </a:r>
            <a:r>
              <a:rPr lang="nl-NL">
                <a:solidFill>
                  <a:srgbClr val="0F1115"/>
                </a:solidFill>
              </a:rPr>
              <a:t> </a:t>
            </a:r>
            <a:r>
              <a:rPr lang="nl-NL" err="1">
                <a:solidFill>
                  <a:srgbClr val="0F1115"/>
                </a:solidFill>
              </a:rPr>
              <a:t>table</a:t>
            </a:r>
            <a:r>
              <a:rPr lang="nl-NL">
                <a:solidFill>
                  <a:srgbClr val="0F1115"/>
                </a:solidFill>
              </a:rPr>
              <a:t> shows a </a:t>
            </a:r>
            <a:r>
              <a:rPr lang="nl-NL" err="1">
                <a:solidFill>
                  <a:srgbClr val="0F1115"/>
                </a:solidFill>
              </a:rPr>
              <a:t>dramatic</a:t>
            </a:r>
            <a:r>
              <a:rPr lang="nl-NL">
                <a:solidFill>
                  <a:srgbClr val="0F1115"/>
                </a:solidFill>
              </a:rPr>
              <a:t> gap. English </a:t>
            </a:r>
            <a:r>
              <a:rPr lang="nl-NL" err="1">
                <a:solidFill>
                  <a:srgbClr val="0F1115"/>
                </a:solidFill>
              </a:rPr>
              <a:t>models</a:t>
            </a:r>
            <a:r>
              <a:rPr lang="nl-NL">
                <a:solidFill>
                  <a:srgbClr val="0F1115"/>
                </a:solidFill>
              </a:rPr>
              <a:t> </a:t>
            </a:r>
            <a:r>
              <a:rPr lang="nl-NL" err="1">
                <a:solidFill>
                  <a:srgbClr val="0F1115"/>
                </a:solidFill>
              </a:rPr>
              <a:t>perform</a:t>
            </a:r>
            <a:r>
              <a:rPr lang="nl-NL">
                <a:solidFill>
                  <a:srgbClr val="0F1115"/>
                </a:solidFill>
              </a:rPr>
              <a:t> well, but Swahili </a:t>
            </a:r>
            <a:r>
              <a:rPr lang="nl-NL" err="1">
                <a:solidFill>
                  <a:srgbClr val="0F1115"/>
                </a:solidFill>
              </a:rPr>
              <a:t>models</a:t>
            </a:r>
            <a:r>
              <a:rPr lang="nl-NL">
                <a:solidFill>
                  <a:srgbClr val="0F1115"/>
                </a:solidFill>
              </a:rPr>
              <a:t> </a:t>
            </a:r>
            <a:r>
              <a:rPr lang="nl-NL" err="1">
                <a:solidFill>
                  <a:srgbClr val="0F1115"/>
                </a:solidFill>
              </a:rPr>
              <a:t>struggle</a:t>
            </a:r>
            <a:r>
              <a:rPr lang="nl-NL">
                <a:solidFill>
                  <a:srgbClr val="0F1115"/>
                </a:solidFill>
              </a:rPr>
              <a:t> </a:t>
            </a:r>
            <a:r>
              <a:rPr lang="nl-NL" err="1">
                <a:solidFill>
                  <a:srgbClr val="0F1115"/>
                </a:solidFill>
              </a:rPr>
              <a:t>terribly</a:t>
            </a:r>
            <a:r>
              <a:rPr lang="nl-NL">
                <a:solidFill>
                  <a:srgbClr val="0F1115"/>
                </a:solidFill>
              </a:rPr>
              <a:t>. Most </a:t>
            </a:r>
            <a:r>
              <a:rPr lang="nl-NL" err="1">
                <a:solidFill>
                  <a:srgbClr val="0F1115"/>
                </a:solidFill>
              </a:rPr>
              <a:t>alarming</a:t>
            </a:r>
            <a:r>
              <a:rPr lang="nl-NL">
                <a:solidFill>
                  <a:srgbClr val="0F1115"/>
                </a:solidFill>
              </a:rPr>
              <a:t>—</a:t>
            </a:r>
            <a:r>
              <a:rPr lang="nl-NL" err="1">
                <a:solidFill>
                  <a:srgbClr val="0F1115"/>
                </a:solidFill>
              </a:rPr>
              <a:t>the</a:t>
            </a:r>
            <a:r>
              <a:rPr lang="nl-NL">
                <a:solidFill>
                  <a:srgbClr val="0F1115"/>
                </a:solidFill>
              </a:rPr>
              <a:t> </a:t>
            </a:r>
            <a:r>
              <a:rPr lang="nl-NL" err="1">
                <a:solidFill>
                  <a:srgbClr val="0F1115"/>
                </a:solidFill>
              </a:rPr>
              <a:t>larger</a:t>
            </a:r>
            <a:r>
              <a:rPr lang="nl-NL">
                <a:solidFill>
                  <a:srgbClr val="0F1115"/>
                </a:solidFill>
              </a:rPr>
              <a:t> Swahili model </a:t>
            </a:r>
            <a:r>
              <a:rPr lang="nl-NL" err="1">
                <a:solidFill>
                  <a:srgbClr val="0F1115"/>
                </a:solidFill>
              </a:rPr>
              <a:t>performs</a:t>
            </a:r>
            <a:r>
              <a:rPr lang="nl-NL">
                <a:solidFill>
                  <a:srgbClr val="0F1115"/>
                </a:solidFill>
              </a:rPr>
              <a:t> </a:t>
            </a:r>
            <a:r>
              <a:rPr lang="nl-NL" err="1">
                <a:solidFill>
                  <a:srgbClr val="0F1115"/>
                </a:solidFill>
              </a:rPr>
              <a:t>worse</a:t>
            </a:r>
            <a:r>
              <a:rPr lang="nl-NL">
                <a:solidFill>
                  <a:srgbClr val="0F1115"/>
                </a:solidFill>
              </a:rPr>
              <a:t>, </a:t>
            </a:r>
            <a:r>
              <a:rPr lang="nl-NL" err="1">
                <a:solidFill>
                  <a:srgbClr val="0F1115"/>
                </a:solidFill>
              </a:rPr>
              <a:t>indicating</a:t>
            </a:r>
            <a:r>
              <a:rPr lang="nl-NL">
                <a:solidFill>
                  <a:srgbClr val="0F1115"/>
                </a:solidFill>
              </a:rPr>
              <a:t> </a:t>
            </a:r>
            <a:r>
              <a:rPr lang="nl-NL" err="1">
                <a:solidFill>
                  <a:srgbClr val="0F1115"/>
                </a:solidFill>
              </a:rPr>
              <a:t>fundamental</a:t>
            </a:r>
            <a:r>
              <a:rPr lang="nl-NL">
                <a:solidFill>
                  <a:srgbClr val="0F1115"/>
                </a:solidFill>
              </a:rPr>
              <a:t> </a:t>
            </a:r>
            <a:r>
              <a:rPr lang="nl-NL" err="1">
                <a:solidFill>
                  <a:srgbClr val="0F1115"/>
                </a:solidFill>
              </a:rPr>
              <a:t>problems</a:t>
            </a:r>
            <a:r>
              <a:rPr lang="nl-NL">
                <a:solidFill>
                  <a:srgbClr val="0F1115"/>
                </a:solidFill>
              </a:rPr>
              <a:t>.</a:t>
            </a:r>
            <a:endParaRPr lang="en-US">
              <a:solidFill>
                <a:srgbClr val="0F1115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ED58C2-96A5-4462-9819-F60BC0E92E9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1257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CD477-16BC-95E7-FD00-0368442F4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99FEF9-4907-6963-B18A-484C12C445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A6ED17-156A-F921-118B-C351FA8A99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0F1115"/>
                </a:solidFill>
              </a:rPr>
              <a:t>To conclude: we can't claim technological progress while leaving users behind. Equity must be built into our systems from the start. Let's build AI that truly understands everyone.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8B3998-CC90-ABEF-789E-409BC0BCA8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ED58C2-96A5-4462-9819-F60BC0E92E9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9887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concludes our presentation. Thank you for your attention.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ED58C2-96A5-4462-9819-F60BC0E92E9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9647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png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81883-6E37-8F14-8C74-11368602B3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E31523-34D9-CFC5-0E3C-2A2B163C31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E4A7A8-7159-B1E2-7BE9-40C916823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7B299-C7B5-4B38-A275-8E6C10D172C8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90ABB-28DC-DD8B-C6ED-6188DE78E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75F6F-3775-80E7-52B0-0EA86ED22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A82BF-94DC-4720-8363-38BE9C12A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991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7D5EC-A583-39B3-195D-2C44E9936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7A96B-8667-3C8A-47C8-FA97201916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22692-4B4D-5CBC-9EDC-CA359F403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7B299-C7B5-4B38-A275-8E6C10D172C8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B56C01-FE5C-7339-1CCC-A84944B85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65F4F-0A23-78DA-9D71-8EEFA086E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A82BF-94DC-4720-8363-38BE9C12A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206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CC13B-D40A-CD43-C432-6FE160D33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602BB2-116C-11FB-C4E0-8B667E5C7D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4900A3-FF32-FF3B-9CD3-0D5423D8D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7B299-C7B5-4B38-A275-8E6C10D172C8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FD8984-6D7A-12A2-7594-D9FF9A643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16BEFA-CE9A-AB21-18E8-35AD830A9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A82BF-94DC-4720-8363-38BE9C12A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325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E9DF4-6919-77B4-A434-B02A4B563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DFD8D-662B-EFF5-A099-BA05B9DF77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13091E-0E46-41F2-83B7-23DD93EDD7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06A45C-C049-6E9E-77E9-9F30960F7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7B299-C7B5-4B38-A275-8E6C10D172C8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6B75B9-61CC-3BC9-BEE7-B30FB3723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237059-2087-B5E2-CCDB-DDAB147A3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A82BF-94DC-4720-8363-38BE9C12A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566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845E8-1B0E-33A3-5C75-962065193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66C3DE-BA90-0132-BC08-B0BBF40908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AF5B5E-3DCE-4C2E-7433-9148933B6A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ABA841-E2F7-807A-FBF6-CEDDD5E39A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6D1851-A528-6757-6940-6D42C895AF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8E6642-DF85-E9C0-4E5C-12C9B4C0D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7B299-C7B5-4B38-A275-8E6C10D172C8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76AD40-9AE6-417D-E3B3-611C88816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7B6CB3-7E6D-62BD-F856-7EC301E27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A82BF-94DC-4720-8363-38BE9C12A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596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6E297-043A-5713-AD5E-DB1DB52BA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46B247-5C00-99A0-24A2-4EAE8DE50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7B299-C7B5-4B38-A275-8E6C10D172C8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A857A7-2973-EB1B-197F-5E725B95D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1EA038-B25C-6443-945E-EA0D80634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A82BF-94DC-4720-8363-38BE9C12A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591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7E5CB2-C25A-6F87-F3C1-C39B8F576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7B299-C7B5-4B38-A275-8E6C10D172C8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255542-366E-39E5-BCB4-5C2E1D59D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B0B897-CB33-5E68-180D-052A33ADE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A82BF-94DC-4720-8363-38BE9C12A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179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603F0-9C48-4737-5962-CA6E1C2F1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7658F-E74B-55FC-5F18-3DAD0B0EB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BECCFF-C46D-30DA-88DB-C7C2BAA2AA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243D36-9CBF-2F01-A7DC-D2B01E800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7B299-C7B5-4B38-A275-8E6C10D172C8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502F5B-49C2-8E1E-FC97-164DB42C8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69F974-C27D-A302-279A-D73B7F696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A82BF-94DC-4720-8363-38BE9C12A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065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5742C-422C-9B9D-00A3-3AB3A707E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334AA6-CF70-3A0E-3E9C-16CE49218A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B00979-3DA4-2C9E-C0E0-DEFB82E9BD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34BA55-60FF-C411-7F49-A2A753118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7B299-C7B5-4B38-A275-8E6C10D172C8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2A66B0-995F-3534-E628-5EBE1A0F9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14BB35-D3DD-D2BB-9209-FFE6328D3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A82BF-94DC-4720-8363-38BE9C12A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674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816E7-9E8F-DD04-BC6D-83EC97042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774F68-A6F7-25B4-895B-5EF8092EB1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9971B7-AF05-DD66-3053-A6E189D16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7B299-C7B5-4B38-A275-8E6C10D172C8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ECB7B-70F4-4556-AD16-E550A1A9E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61F74-883A-EF50-554F-88477166F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A82BF-94DC-4720-8363-38BE9C12A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370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40D771-E9E5-4F71-780C-532912581F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0ED004-A911-FBB3-AA7B-DFD0709298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FD055E-AA66-5345-7773-B85657B25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7B299-C7B5-4B38-A275-8E6C10D172C8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07AE4-1770-18E4-2FEB-5D086649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8CED92-9445-6190-45E8-0C91124E2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A82BF-94DC-4720-8363-38BE9C12A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8048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317326" y="2433937"/>
            <a:ext cx="11557348" cy="853492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kumimoji="1" lang="en-US" altLang="ja-JP"/>
              <a:t>Presentation Title</a:t>
            </a:r>
            <a:endParaRPr kumimoji="1" lang="ja-JP" altLang="en-US"/>
          </a:p>
        </p:txBody>
      </p:sp>
      <p:sp>
        <p:nvSpPr>
          <p:cNvPr id="9" name="正方形/長方形 8"/>
          <p:cNvSpPr/>
          <p:nvPr userDrawn="1"/>
        </p:nvSpPr>
        <p:spPr>
          <a:xfrm>
            <a:off x="5447536" y="3383372"/>
            <a:ext cx="432048" cy="480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5879584" y="3383372"/>
            <a:ext cx="432048" cy="480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1" name="正方形/長方形 10"/>
          <p:cNvSpPr/>
          <p:nvPr userDrawn="1"/>
        </p:nvSpPr>
        <p:spPr>
          <a:xfrm>
            <a:off x="6312416" y="3383372"/>
            <a:ext cx="432048" cy="4801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2" name="テキスト プレースホルダー 12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2133600" y="3565017"/>
            <a:ext cx="7924800" cy="498098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Subtitle Goes Here</a:t>
            </a:r>
            <a:endParaRPr kumimoji="1" lang="ja-JP" altLang="en-US"/>
          </a:p>
        </p:txBody>
      </p:sp>
      <p:sp>
        <p:nvSpPr>
          <p:cNvPr id="15" name="テキスト プレースホルダー 12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33600" y="5521118"/>
            <a:ext cx="7924800" cy="1103501"/>
          </a:xfrm>
        </p:spPr>
        <p:txBody>
          <a:bodyPr anchor="b">
            <a:normAutofit/>
          </a:bodyPr>
          <a:lstStyle>
            <a:lvl1pPr algn="ctr">
              <a:spcBef>
                <a:spcPts val="0"/>
              </a:spcBef>
              <a:defRPr sz="1333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0757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5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5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250"/>
                            </p:stCondLst>
                            <p:childTnLst>
                              <p:par>
                                <p:cTn id="22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75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animBg="1"/>
      <p:bldP spid="10" grpId="0" animBg="1"/>
      <p:bldP spid="11" grpId="0" animBg="1"/>
      <p:bldP spid="1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Full Anima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正方形/長方形 1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3" name="正方形/長方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7" name="正方形/長方形 3"/>
          <p:cNvSpPr/>
          <p:nvPr userDrawn="1"/>
        </p:nvSpPr>
        <p:spPr>
          <a:xfrm rot="10800000">
            <a:off x="9673770" y="-9678"/>
            <a:ext cx="4073676" cy="6867677"/>
          </a:xfrm>
          <a:custGeom>
            <a:avLst/>
            <a:gdLst>
              <a:gd name="connsiteX0" fmla="*/ 0 w 3831771"/>
              <a:gd name="connsiteY0" fmla="*/ 0 h 10285413"/>
              <a:gd name="connsiteX1" fmla="*/ 3831771 w 3831771"/>
              <a:gd name="connsiteY1" fmla="*/ 0 h 10285413"/>
              <a:gd name="connsiteX2" fmla="*/ 3831771 w 3831771"/>
              <a:gd name="connsiteY2" fmla="*/ 10285413 h 10285413"/>
              <a:gd name="connsiteX3" fmla="*/ 0 w 3831771"/>
              <a:gd name="connsiteY3" fmla="*/ 10285413 h 10285413"/>
              <a:gd name="connsiteX4" fmla="*/ 0 w 3831771"/>
              <a:gd name="connsiteY4" fmla="*/ 0 h 10285413"/>
              <a:gd name="connsiteX0" fmla="*/ 0 w 5936343"/>
              <a:gd name="connsiteY0" fmla="*/ 0 h 10299927"/>
              <a:gd name="connsiteX1" fmla="*/ 5936343 w 5936343"/>
              <a:gd name="connsiteY1" fmla="*/ 14514 h 10299927"/>
              <a:gd name="connsiteX2" fmla="*/ 5936343 w 5936343"/>
              <a:gd name="connsiteY2" fmla="*/ 10299927 h 10299927"/>
              <a:gd name="connsiteX3" fmla="*/ 2104572 w 5936343"/>
              <a:gd name="connsiteY3" fmla="*/ 10299927 h 10299927"/>
              <a:gd name="connsiteX4" fmla="*/ 0 w 5936343"/>
              <a:gd name="connsiteY4" fmla="*/ 0 h 10299927"/>
              <a:gd name="connsiteX0" fmla="*/ 0 w 8215086"/>
              <a:gd name="connsiteY0" fmla="*/ 0 h 10299927"/>
              <a:gd name="connsiteX1" fmla="*/ 5936343 w 8215086"/>
              <a:gd name="connsiteY1" fmla="*/ 14514 h 10299927"/>
              <a:gd name="connsiteX2" fmla="*/ 8215086 w 8215086"/>
              <a:gd name="connsiteY2" fmla="*/ 10299927 h 10299927"/>
              <a:gd name="connsiteX3" fmla="*/ 2104572 w 8215086"/>
              <a:gd name="connsiteY3" fmla="*/ 10299927 h 10299927"/>
              <a:gd name="connsiteX4" fmla="*/ 0 w 8215086"/>
              <a:gd name="connsiteY4" fmla="*/ 0 h 10299927"/>
              <a:gd name="connsiteX0" fmla="*/ 1059543 w 6110514"/>
              <a:gd name="connsiteY0" fmla="*/ 0 h 10299927"/>
              <a:gd name="connsiteX1" fmla="*/ 3831771 w 6110514"/>
              <a:gd name="connsiteY1" fmla="*/ 14514 h 10299927"/>
              <a:gd name="connsiteX2" fmla="*/ 6110514 w 6110514"/>
              <a:gd name="connsiteY2" fmla="*/ 10299927 h 10299927"/>
              <a:gd name="connsiteX3" fmla="*/ 0 w 6110514"/>
              <a:gd name="connsiteY3" fmla="*/ 10299927 h 10299927"/>
              <a:gd name="connsiteX4" fmla="*/ 1059543 w 6110514"/>
              <a:gd name="connsiteY4" fmla="*/ 0 h 10299927"/>
              <a:gd name="connsiteX0" fmla="*/ 1059543 w 6110514"/>
              <a:gd name="connsiteY0" fmla="*/ 0 h 10299927"/>
              <a:gd name="connsiteX1" fmla="*/ 4746171 w 6110514"/>
              <a:gd name="connsiteY1" fmla="*/ 0 h 10299927"/>
              <a:gd name="connsiteX2" fmla="*/ 6110514 w 6110514"/>
              <a:gd name="connsiteY2" fmla="*/ 10299927 h 10299927"/>
              <a:gd name="connsiteX3" fmla="*/ 0 w 6110514"/>
              <a:gd name="connsiteY3" fmla="*/ 10299927 h 10299927"/>
              <a:gd name="connsiteX4" fmla="*/ 1059543 w 6110514"/>
              <a:gd name="connsiteY4" fmla="*/ 0 h 10299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0514" h="10299927">
                <a:moveTo>
                  <a:pt x="1059543" y="0"/>
                </a:moveTo>
                <a:lnTo>
                  <a:pt x="4746171" y="0"/>
                </a:lnTo>
                <a:lnTo>
                  <a:pt x="6110514" y="10299927"/>
                </a:lnTo>
                <a:lnTo>
                  <a:pt x="0" y="10299927"/>
                </a:lnTo>
                <a:lnTo>
                  <a:pt x="1059543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6" name="正方形/長方形 3"/>
          <p:cNvSpPr/>
          <p:nvPr userDrawn="1"/>
        </p:nvSpPr>
        <p:spPr>
          <a:xfrm>
            <a:off x="-1325637" y="0"/>
            <a:ext cx="6507237" cy="6877356"/>
          </a:xfrm>
          <a:custGeom>
            <a:avLst/>
            <a:gdLst>
              <a:gd name="connsiteX0" fmla="*/ 0 w 3831771"/>
              <a:gd name="connsiteY0" fmla="*/ 0 h 10285413"/>
              <a:gd name="connsiteX1" fmla="*/ 3831771 w 3831771"/>
              <a:gd name="connsiteY1" fmla="*/ 0 h 10285413"/>
              <a:gd name="connsiteX2" fmla="*/ 3831771 w 3831771"/>
              <a:gd name="connsiteY2" fmla="*/ 10285413 h 10285413"/>
              <a:gd name="connsiteX3" fmla="*/ 0 w 3831771"/>
              <a:gd name="connsiteY3" fmla="*/ 10285413 h 10285413"/>
              <a:gd name="connsiteX4" fmla="*/ 0 w 3831771"/>
              <a:gd name="connsiteY4" fmla="*/ 0 h 10285413"/>
              <a:gd name="connsiteX0" fmla="*/ 0 w 5936343"/>
              <a:gd name="connsiteY0" fmla="*/ 0 h 10299927"/>
              <a:gd name="connsiteX1" fmla="*/ 5936343 w 5936343"/>
              <a:gd name="connsiteY1" fmla="*/ 14514 h 10299927"/>
              <a:gd name="connsiteX2" fmla="*/ 5936343 w 5936343"/>
              <a:gd name="connsiteY2" fmla="*/ 10299927 h 10299927"/>
              <a:gd name="connsiteX3" fmla="*/ 2104572 w 5936343"/>
              <a:gd name="connsiteY3" fmla="*/ 10299927 h 10299927"/>
              <a:gd name="connsiteX4" fmla="*/ 0 w 5936343"/>
              <a:gd name="connsiteY4" fmla="*/ 0 h 10299927"/>
              <a:gd name="connsiteX0" fmla="*/ 0 w 8215086"/>
              <a:gd name="connsiteY0" fmla="*/ 0 h 10299927"/>
              <a:gd name="connsiteX1" fmla="*/ 5936343 w 8215086"/>
              <a:gd name="connsiteY1" fmla="*/ 14514 h 10299927"/>
              <a:gd name="connsiteX2" fmla="*/ 8215086 w 8215086"/>
              <a:gd name="connsiteY2" fmla="*/ 10299927 h 10299927"/>
              <a:gd name="connsiteX3" fmla="*/ 2104572 w 8215086"/>
              <a:gd name="connsiteY3" fmla="*/ 10299927 h 10299927"/>
              <a:gd name="connsiteX4" fmla="*/ 0 w 8215086"/>
              <a:gd name="connsiteY4" fmla="*/ 0 h 10299927"/>
              <a:gd name="connsiteX0" fmla="*/ 1059543 w 6110514"/>
              <a:gd name="connsiteY0" fmla="*/ 0 h 10299927"/>
              <a:gd name="connsiteX1" fmla="*/ 3831771 w 6110514"/>
              <a:gd name="connsiteY1" fmla="*/ 14514 h 10299927"/>
              <a:gd name="connsiteX2" fmla="*/ 6110514 w 6110514"/>
              <a:gd name="connsiteY2" fmla="*/ 10299927 h 10299927"/>
              <a:gd name="connsiteX3" fmla="*/ 0 w 6110514"/>
              <a:gd name="connsiteY3" fmla="*/ 10299927 h 10299927"/>
              <a:gd name="connsiteX4" fmla="*/ 1059543 w 6110514"/>
              <a:gd name="connsiteY4" fmla="*/ 0 h 10299927"/>
              <a:gd name="connsiteX0" fmla="*/ 1059543 w 6110514"/>
              <a:gd name="connsiteY0" fmla="*/ 0 h 10299927"/>
              <a:gd name="connsiteX1" fmla="*/ 4746171 w 6110514"/>
              <a:gd name="connsiteY1" fmla="*/ 0 h 10299927"/>
              <a:gd name="connsiteX2" fmla="*/ 6110514 w 6110514"/>
              <a:gd name="connsiteY2" fmla="*/ 10299927 h 10299927"/>
              <a:gd name="connsiteX3" fmla="*/ 0 w 6110514"/>
              <a:gd name="connsiteY3" fmla="*/ 10299927 h 10299927"/>
              <a:gd name="connsiteX4" fmla="*/ 1059543 w 6110514"/>
              <a:gd name="connsiteY4" fmla="*/ 0 h 10299927"/>
              <a:gd name="connsiteX0" fmla="*/ 1059543 w 10566400"/>
              <a:gd name="connsiteY0" fmla="*/ 0 h 10328956"/>
              <a:gd name="connsiteX1" fmla="*/ 4746171 w 10566400"/>
              <a:gd name="connsiteY1" fmla="*/ 0 h 10328956"/>
              <a:gd name="connsiteX2" fmla="*/ 10566400 w 10566400"/>
              <a:gd name="connsiteY2" fmla="*/ 10328956 h 10328956"/>
              <a:gd name="connsiteX3" fmla="*/ 0 w 10566400"/>
              <a:gd name="connsiteY3" fmla="*/ 10299927 h 10328956"/>
              <a:gd name="connsiteX4" fmla="*/ 1059543 w 10566400"/>
              <a:gd name="connsiteY4" fmla="*/ 0 h 10328956"/>
              <a:gd name="connsiteX0" fmla="*/ 1059543 w 6560457"/>
              <a:gd name="connsiteY0" fmla="*/ 0 h 10314442"/>
              <a:gd name="connsiteX1" fmla="*/ 4746171 w 6560457"/>
              <a:gd name="connsiteY1" fmla="*/ 0 h 10314442"/>
              <a:gd name="connsiteX2" fmla="*/ 6560457 w 6560457"/>
              <a:gd name="connsiteY2" fmla="*/ 10314442 h 10314442"/>
              <a:gd name="connsiteX3" fmla="*/ 0 w 6560457"/>
              <a:gd name="connsiteY3" fmla="*/ 10299927 h 10314442"/>
              <a:gd name="connsiteX4" fmla="*/ 1059543 w 6560457"/>
              <a:gd name="connsiteY4" fmla="*/ 0 h 10314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60457" h="10314442">
                <a:moveTo>
                  <a:pt x="1059543" y="0"/>
                </a:moveTo>
                <a:lnTo>
                  <a:pt x="4746171" y="0"/>
                </a:lnTo>
                <a:lnTo>
                  <a:pt x="6560457" y="10314442"/>
                </a:lnTo>
                <a:lnTo>
                  <a:pt x="0" y="10299927"/>
                </a:lnTo>
                <a:lnTo>
                  <a:pt x="105954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4" name="正方形/長方形 3"/>
          <p:cNvSpPr/>
          <p:nvPr userDrawn="1"/>
        </p:nvSpPr>
        <p:spPr>
          <a:xfrm>
            <a:off x="5848047" y="0"/>
            <a:ext cx="6541105" cy="6877356"/>
          </a:xfrm>
          <a:custGeom>
            <a:avLst/>
            <a:gdLst>
              <a:gd name="connsiteX0" fmla="*/ 0 w 3831771"/>
              <a:gd name="connsiteY0" fmla="*/ 0 h 10285413"/>
              <a:gd name="connsiteX1" fmla="*/ 3831771 w 3831771"/>
              <a:gd name="connsiteY1" fmla="*/ 0 h 10285413"/>
              <a:gd name="connsiteX2" fmla="*/ 3831771 w 3831771"/>
              <a:gd name="connsiteY2" fmla="*/ 10285413 h 10285413"/>
              <a:gd name="connsiteX3" fmla="*/ 0 w 3831771"/>
              <a:gd name="connsiteY3" fmla="*/ 10285413 h 10285413"/>
              <a:gd name="connsiteX4" fmla="*/ 0 w 3831771"/>
              <a:gd name="connsiteY4" fmla="*/ 0 h 10285413"/>
              <a:gd name="connsiteX0" fmla="*/ 0 w 5936343"/>
              <a:gd name="connsiteY0" fmla="*/ 0 h 10299927"/>
              <a:gd name="connsiteX1" fmla="*/ 5936343 w 5936343"/>
              <a:gd name="connsiteY1" fmla="*/ 14514 h 10299927"/>
              <a:gd name="connsiteX2" fmla="*/ 5936343 w 5936343"/>
              <a:gd name="connsiteY2" fmla="*/ 10299927 h 10299927"/>
              <a:gd name="connsiteX3" fmla="*/ 2104572 w 5936343"/>
              <a:gd name="connsiteY3" fmla="*/ 10299927 h 10299927"/>
              <a:gd name="connsiteX4" fmla="*/ 0 w 5936343"/>
              <a:gd name="connsiteY4" fmla="*/ 0 h 10299927"/>
              <a:gd name="connsiteX0" fmla="*/ 0 w 8215086"/>
              <a:gd name="connsiteY0" fmla="*/ 0 h 10299927"/>
              <a:gd name="connsiteX1" fmla="*/ 5936343 w 8215086"/>
              <a:gd name="connsiteY1" fmla="*/ 14514 h 10299927"/>
              <a:gd name="connsiteX2" fmla="*/ 8215086 w 8215086"/>
              <a:gd name="connsiteY2" fmla="*/ 10299927 h 10299927"/>
              <a:gd name="connsiteX3" fmla="*/ 2104572 w 8215086"/>
              <a:gd name="connsiteY3" fmla="*/ 10299927 h 10299927"/>
              <a:gd name="connsiteX4" fmla="*/ 0 w 8215086"/>
              <a:gd name="connsiteY4" fmla="*/ 0 h 10299927"/>
              <a:gd name="connsiteX0" fmla="*/ 1059543 w 6110514"/>
              <a:gd name="connsiteY0" fmla="*/ 0 h 10299927"/>
              <a:gd name="connsiteX1" fmla="*/ 3831771 w 6110514"/>
              <a:gd name="connsiteY1" fmla="*/ 14514 h 10299927"/>
              <a:gd name="connsiteX2" fmla="*/ 6110514 w 6110514"/>
              <a:gd name="connsiteY2" fmla="*/ 10299927 h 10299927"/>
              <a:gd name="connsiteX3" fmla="*/ 0 w 6110514"/>
              <a:gd name="connsiteY3" fmla="*/ 10299927 h 10299927"/>
              <a:gd name="connsiteX4" fmla="*/ 1059543 w 6110514"/>
              <a:gd name="connsiteY4" fmla="*/ 0 h 10299927"/>
              <a:gd name="connsiteX0" fmla="*/ 1059543 w 9811657"/>
              <a:gd name="connsiteY0" fmla="*/ 14515 h 10314442"/>
              <a:gd name="connsiteX1" fmla="*/ 9811657 w 9811657"/>
              <a:gd name="connsiteY1" fmla="*/ 0 h 10314442"/>
              <a:gd name="connsiteX2" fmla="*/ 6110514 w 9811657"/>
              <a:gd name="connsiteY2" fmla="*/ 10314442 h 10314442"/>
              <a:gd name="connsiteX3" fmla="*/ 0 w 9811657"/>
              <a:gd name="connsiteY3" fmla="*/ 10314442 h 10314442"/>
              <a:gd name="connsiteX4" fmla="*/ 1059543 w 9811657"/>
              <a:gd name="connsiteY4" fmla="*/ 14515 h 10314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11657" h="10314442">
                <a:moveTo>
                  <a:pt x="1059543" y="14515"/>
                </a:moveTo>
                <a:lnTo>
                  <a:pt x="9811657" y="0"/>
                </a:lnTo>
                <a:lnTo>
                  <a:pt x="6110514" y="10314442"/>
                </a:lnTo>
                <a:lnTo>
                  <a:pt x="0" y="10314442"/>
                </a:lnTo>
                <a:lnTo>
                  <a:pt x="1059543" y="14515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3" name="正方形/長方形 3"/>
          <p:cNvSpPr/>
          <p:nvPr userDrawn="1"/>
        </p:nvSpPr>
        <p:spPr>
          <a:xfrm rot="10800000">
            <a:off x="3166533" y="1"/>
            <a:ext cx="4073676" cy="6867677"/>
          </a:xfrm>
          <a:custGeom>
            <a:avLst/>
            <a:gdLst>
              <a:gd name="connsiteX0" fmla="*/ 0 w 3831771"/>
              <a:gd name="connsiteY0" fmla="*/ 0 h 10285413"/>
              <a:gd name="connsiteX1" fmla="*/ 3831771 w 3831771"/>
              <a:gd name="connsiteY1" fmla="*/ 0 h 10285413"/>
              <a:gd name="connsiteX2" fmla="*/ 3831771 w 3831771"/>
              <a:gd name="connsiteY2" fmla="*/ 10285413 h 10285413"/>
              <a:gd name="connsiteX3" fmla="*/ 0 w 3831771"/>
              <a:gd name="connsiteY3" fmla="*/ 10285413 h 10285413"/>
              <a:gd name="connsiteX4" fmla="*/ 0 w 3831771"/>
              <a:gd name="connsiteY4" fmla="*/ 0 h 10285413"/>
              <a:gd name="connsiteX0" fmla="*/ 0 w 5936343"/>
              <a:gd name="connsiteY0" fmla="*/ 0 h 10299927"/>
              <a:gd name="connsiteX1" fmla="*/ 5936343 w 5936343"/>
              <a:gd name="connsiteY1" fmla="*/ 14514 h 10299927"/>
              <a:gd name="connsiteX2" fmla="*/ 5936343 w 5936343"/>
              <a:gd name="connsiteY2" fmla="*/ 10299927 h 10299927"/>
              <a:gd name="connsiteX3" fmla="*/ 2104572 w 5936343"/>
              <a:gd name="connsiteY3" fmla="*/ 10299927 h 10299927"/>
              <a:gd name="connsiteX4" fmla="*/ 0 w 5936343"/>
              <a:gd name="connsiteY4" fmla="*/ 0 h 10299927"/>
              <a:gd name="connsiteX0" fmla="*/ 0 w 8215086"/>
              <a:gd name="connsiteY0" fmla="*/ 0 h 10299927"/>
              <a:gd name="connsiteX1" fmla="*/ 5936343 w 8215086"/>
              <a:gd name="connsiteY1" fmla="*/ 14514 h 10299927"/>
              <a:gd name="connsiteX2" fmla="*/ 8215086 w 8215086"/>
              <a:gd name="connsiteY2" fmla="*/ 10299927 h 10299927"/>
              <a:gd name="connsiteX3" fmla="*/ 2104572 w 8215086"/>
              <a:gd name="connsiteY3" fmla="*/ 10299927 h 10299927"/>
              <a:gd name="connsiteX4" fmla="*/ 0 w 8215086"/>
              <a:gd name="connsiteY4" fmla="*/ 0 h 10299927"/>
              <a:gd name="connsiteX0" fmla="*/ 1059543 w 6110514"/>
              <a:gd name="connsiteY0" fmla="*/ 0 h 10299927"/>
              <a:gd name="connsiteX1" fmla="*/ 3831771 w 6110514"/>
              <a:gd name="connsiteY1" fmla="*/ 14514 h 10299927"/>
              <a:gd name="connsiteX2" fmla="*/ 6110514 w 6110514"/>
              <a:gd name="connsiteY2" fmla="*/ 10299927 h 10299927"/>
              <a:gd name="connsiteX3" fmla="*/ 0 w 6110514"/>
              <a:gd name="connsiteY3" fmla="*/ 10299927 h 10299927"/>
              <a:gd name="connsiteX4" fmla="*/ 1059543 w 6110514"/>
              <a:gd name="connsiteY4" fmla="*/ 0 h 10299927"/>
              <a:gd name="connsiteX0" fmla="*/ 1059543 w 6110514"/>
              <a:gd name="connsiteY0" fmla="*/ 0 h 10299927"/>
              <a:gd name="connsiteX1" fmla="*/ 4746171 w 6110514"/>
              <a:gd name="connsiteY1" fmla="*/ 0 h 10299927"/>
              <a:gd name="connsiteX2" fmla="*/ 6110514 w 6110514"/>
              <a:gd name="connsiteY2" fmla="*/ 10299927 h 10299927"/>
              <a:gd name="connsiteX3" fmla="*/ 0 w 6110514"/>
              <a:gd name="connsiteY3" fmla="*/ 10299927 h 10299927"/>
              <a:gd name="connsiteX4" fmla="*/ 1059543 w 6110514"/>
              <a:gd name="connsiteY4" fmla="*/ 0 h 10299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0514" h="10299927">
                <a:moveTo>
                  <a:pt x="1059543" y="0"/>
                </a:moveTo>
                <a:lnTo>
                  <a:pt x="4746171" y="0"/>
                </a:lnTo>
                <a:lnTo>
                  <a:pt x="6110514" y="10299927"/>
                </a:lnTo>
                <a:lnTo>
                  <a:pt x="0" y="10299927"/>
                </a:lnTo>
                <a:lnTo>
                  <a:pt x="1059543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4" name="正方形/長方形 3"/>
          <p:cNvSpPr/>
          <p:nvPr userDrawn="1"/>
        </p:nvSpPr>
        <p:spPr>
          <a:xfrm rot="10800000">
            <a:off x="5954484" y="-29033"/>
            <a:ext cx="6337905" cy="6887033"/>
          </a:xfrm>
          <a:custGeom>
            <a:avLst/>
            <a:gdLst>
              <a:gd name="connsiteX0" fmla="*/ 0 w 3831771"/>
              <a:gd name="connsiteY0" fmla="*/ 0 h 10285413"/>
              <a:gd name="connsiteX1" fmla="*/ 3831771 w 3831771"/>
              <a:gd name="connsiteY1" fmla="*/ 0 h 10285413"/>
              <a:gd name="connsiteX2" fmla="*/ 3831771 w 3831771"/>
              <a:gd name="connsiteY2" fmla="*/ 10285413 h 10285413"/>
              <a:gd name="connsiteX3" fmla="*/ 0 w 3831771"/>
              <a:gd name="connsiteY3" fmla="*/ 10285413 h 10285413"/>
              <a:gd name="connsiteX4" fmla="*/ 0 w 3831771"/>
              <a:gd name="connsiteY4" fmla="*/ 0 h 10285413"/>
              <a:gd name="connsiteX0" fmla="*/ 0 w 5936343"/>
              <a:gd name="connsiteY0" fmla="*/ 0 h 10299927"/>
              <a:gd name="connsiteX1" fmla="*/ 5936343 w 5936343"/>
              <a:gd name="connsiteY1" fmla="*/ 14514 h 10299927"/>
              <a:gd name="connsiteX2" fmla="*/ 5936343 w 5936343"/>
              <a:gd name="connsiteY2" fmla="*/ 10299927 h 10299927"/>
              <a:gd name="connsiteX3" fmla="*/ 2104572 w 5936343"/>
              <a:gd name="connsiteY3" fmla="*/ 10299927 h 10299927"/>
              <a:gd name="connsiteX4" fmla="*/ 0 w 5936343"/>
              <a:gd name="connsiteY4" fmla="*/ 0 h 10299927"/>
              <a:gd name="connsiteX0" fmla="*/ 0 w 8215086"/>
              <a:gd name="connsiteY0" fmla="*/ 0 h 10299927"/>
              <a:gd name="connsiteX1" fmla="*/ 5936343 w 8215086"/>
              <a:gd name="connsiteY1" fmla="*/ 14514 h 10299927"/>
              <a:gd name="connsiteX2" fmla="*/ 8215086 w 8215086"/>
              <a:gd name="connsiteY2" fmla="*/ 10299927 h 10299927"/>
              <a:gd name="connsiteX3" fmla="*/ 2104572 w 8215086"/>
              <a:gd name="connsiteY3" fmla="*/ 10299927 h 10299927"/>
              <a:gd name="connsiteX4" fmla="*/ 0 w 8215086"/>
              <a:gd name="connsiteY4" fmla="*/ 0 h 10299927"/>
              <a:gd name="connsiteX0" fmla="*/ 1059543 w 6110514"/>
              <a:gd name="connsiteY0" fmla="*/ 0 h 10299927"/>
              <a:gd name="connsiteX1" fmla="*/ 3831771 w 6110514"/>
              <a:gd name="connsiteY1" fmla="*/ 14514 h 10299927"/>
              <a:gd name="connsiteX2" fmla="*/ 6110514 w 6110514"/>
              <a:gd name="connsiteY2" fmla="*/ 10299927 h 10299927"/>
              <a:gd name="connsiteX3" fmla="*/ 0 w 6110514"/>
              <a:gd name="connsiteY3" fmla="*/ 10299927 h 10299927"/>
              <a:gd name="connsiteX4" fmla="*/ 1059543 w 6110514"/>
              <a:gd name="connsiteY4" fmla="*/ 0 h 10299927"/>
              <a:gd name="connsiteX0" fmla="*/ 1059543 w 6110514"/>
              <a:gd name="connsiteY0" fmla="*/ 0 h 10299927"/>
              <a:gd name="connsiteX1" fmla="*/ 4746171 w 6110514"/>
              <a:gd name="connsiteY1" fmla="*/ 0 h 10299927"/>
              <a:gd name="connsiteX2" fmla="*/ 6110514 w 6110514"/>
              <a:gd name="connsiteY2" fmla="*/ 10299927 h 10299927"/>
              <a:gd name="connsiteX3" fmla="*/ 0 w 6110514"/>
              <a:gd name="connsiteY3" fmla="*/ 10299927 h 10299927"/>
              <a:gd name="connsiteX4" fmla="*/ 1059543 w 6110514"/>
              <a:gd name="connsiteY4" fmla="*/ 0 h 10299927"/>
              <a:gd name="connsiteX0" fmla="*/ 1059543 w 10566400"/>
              <a:gd name="connsiteY0" fmla="*/ 0 h 10328956"/>
              <a:gd name="connsiteX1" fmla="*/ 4746171 w 10566400"/>
              <a:gd name="connsiteY1" fmla="*/ 0 h 10328956"/>
              <a:gd name="connsiteX2" fmla="*/ 10566400 w 10566400"/>
              <a:gd name="connsiteY2" fmla="*/ 10328956 h 10328956"/>
              <a:gd name="connsiteX3" fmla="*/ 0 w 10566400"/>
              <a:gd name="connsiteY3" fmla="*/ 10299927 h 10328956"/>
              <a:gd name="connsiteX4" fmla="*/ 1059543 w 10566400"/>
              <a:gd name="connsiteY4" fmla="*/ 0 h 10328956"/>
              <a:gd name="connsiteX0" fmla="*/ 0 w 9506857"/>
              <a:gd name="connsiteY0" fmla="*/ 0 h 10328956"/>
              <a:gd name="connsiteX1" fmla="*/ 3686628 w 9506857"/>
              <a:gd name="connsiteY1" fmla="*/ 0 h 10328956"/>
              <a:gd name="connsiteX2" fmla="*/ 9506857 w 9506857"/>
              <a:gd name="connsiteY2" fmla="*/ 10328956 h 10328956"/>
              <a:gd name="connsiteX3" fmla="*/ 4601028 w 9506857"/>
              <a:gd name="connsiteY3" fmla="*/ 10314441 h 10328956"/>
              <a:gd name="connsiteX4" fmla="*/ 0 w 9506857"/>
              <a:gd name="connsiteY4" fmla="*/ 0 h 10328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06857" h="10328956">
                <a:moveTo>
                  <a:pt x="0" y="0"/>
                </a:moveTo>
                <a:lnTo>
                  <a:pt x="3686628" y="0"/>
                </a:lnTo>
                <a:lnTo>
                  <a:pt x="9506857" y="10328956"/>
                </a:lnTo>
                <a:lnTo>
                  <a:pt x="4601028" y="1031444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5" name="直角三角形 4"/>
          <p:cNvSpPr/>
          <p:nvPr userDrawn="1"/>
        </p:nvSpPr>
        <p:spPr>
          <a:xfrm rot="5400000">
            <a:off x="2637436" y="-2697764"/>
            <a:ext cx="6943741" cy="12292388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9" name="直角三角形 18"/>
          <p:cNvSpPr/>
          <p:nvPr userDrawn="1"/>
        </p:nvSpPr>
        <p:spPr>
          <a:xfrm rot="16200000">
            <a:off x="2652484" y="-2657323"/>
            <a:ext cx="6887034" cy="12192001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26" name="直角三角形 25"/>
          <p:cNvSpPr/>
          <p:nvPr userDrawn="1"/>
        </p:nvSpPr>
        <p:spPr>
          <a:xfrm rot="5400000">
            <a:off x="2645557" y="-2699321"/>
            <a:ext cx="6928710" cy="12265777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27" name="直角三角形 26"/>
          <p:cNvSpPr/>
          <p:nvPr userDrawn="1"/>
        </p:nvSpPr>
        <p:spPr>
          <a:xfrm rot="16200000">
            <a:off x="2652483" y="-2667000"/>
            <a:ext cx="6887034" cy="12192001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28" name="直角三角形 27"/>
          <p:cNvSpPr/>
          <p:nvPr userDrawn="1"/>
        </p:nvSpPr>
        <p:spPr>
          <a:xfrm rot="5400000">
            <a:off x="2591158" y="-2688984"/>
            <a:ext cx="6954674" cy="12311741"/>
          </a:xfrm>
          <a:prstGeom prst="rtTriangl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29" name="直角三角形 28"/>
          <p:cNvSpPr/>
          <p:nvPr userDrawn="1"/>
        </p:nvSpPr>
        <p:spPr>
          <a:xfrm rot="16200000">
            <a:off x="2652483" y="-2667000"/>
            <a:ext cx="6887034" cy="12192001"/>
          </a:xfrm>
          <a:prstGeom prst="rtTriangl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31" name="タイトル 1"/>
          <p:cNvSpPr>
            <a:spLocks noGrp="1"/>
          </p:cNvSpPr>
          <p:nvPr>
            <p:ph type="title" hasCustomPrompt="1"/>
          </p:nvPr>
        </p:nvSpPr>
        <p:spPr>
          <a:xfrm>
            <a:off x="317326" y="2433937"/>
            <a:ext cx="11557348" cy="853492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kumimoji="1" lang="en-US" altLang="ja-JP"/>
              <a:t>Presentation Title</a:t>
            </a:r>
            <a:endParaRPr kumimoji="1" lang="ja-JP" altLang="en-US"/>
          </a:p>
        </p:txBody>
      </p:sp>
      <p:sp>
        <p:nvSpPr>
          <p:cNvPr id="32" name="正方形/長方形 31"/>
          <p:cNvSpPr/>
          <p:nvPr userDrawn="1"/>
        </p:nvSpPr>
        <p:spPr>
          <a:xfrm>
            <a:off x="5447536" y="3383372"/>
            <a:ext cx="432048" cy="480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33" name="正方形/長方形 32"/>
          <p:cNvSpPr/>
          <p:nvPr userDrawn="1"/>
        </p:nvSpPr>
        <p:spPr>
          <a:xfrm>
            <a:off x="5879584" y="3383372"/>
            <a:ext cx="432048" cy="480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6312416" y="3383372"/>
            <a:ext cx="432048" cy="4801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35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2133600" y="3565017"/>
            <a:ext cx="7924800" cy="498098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Subtitle Goes Here</a:t>
            </a:r>
            <a:endParaRPr kumimoji="1" lang="ja-JP" altLang="en-US"/>
          </a:p>
        </p:txBody>
      </p:sp>
      <p:sp>
        <p:nvSpPr>
          <p:cNvPr id="36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2133600" y="5521118"/>
            <a:ext cx="7924800" cy="1103501"/>
          </a:xfrm>
        </p:spPr>
        <p:txBody>
          <a:bodyPr anchor="b">
            <a:normAutofit/>
          </a:bodyPr>
          <a:lstStyle>
            <a:lvl1pPr algn="ctr">
              <a:spcBef>
                <a:spcPts val="0"/>
              </a:spcBef>
              <a:defRPr sz="1333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4162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9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12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2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2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" presetClass="exit" presetSubtype="2" accel="10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2" presetClass="exit" presetSubtype="2" accel="100000" fill="hold" grpId="2" nodeType="withEffect">
                                  <p:stCondLst>
                                    <p:cond delay="1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2" presetClass="exit" presetSubtype="8" ac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2" presetClass="exit" presetSubtype="8" accel="100000" fill="hold" grpId="2" nodeType="withEffect">
                                  <p:stCondLst>
                                    <p:cond delay="1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9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2" presetClass="exit" presetSubtype="8" ac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600"/>
                            </p:stCondLst>
                            <p:childTnLst>
                              <p:par>
                                <p:cTn id="77" presetID="2" presetClass="entr" presetSubtype="6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6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9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6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xit" presetSubtype="9" accel="100000" fill="hold" grpId="1" nodeType="withEffect">
                                  <p:stCondLst>
                                    <p:cond delay="12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2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2" presetClass="exit" presetSubtype="6" accel="100000" fill="hold" grpId="1" nodeType="withEffect">
                                  <p:stCondLst>
                                    <p:cond delay="12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6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3350"/>
                            </p:stCondLst>
                            <p:childTnLst>
                              <p:par>
                                <p:cTn id="11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4100"/>
                            </p:stCondLst>
                            <p:childTnLst>
                              <p:par>
                                <p:cTn id="1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4600"/>
                            </p:stCondLst>
                            <p:childTnLst>
                              <p:par>
                                <p:cTn id="1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5100"/>
                            </p:stCondLst>
                            <p:childTnLst>
                              <p:par>
                                <p:cTn id="1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600"/>
                            </p:stCondLst>
                            <p:childTnLst>
                              <p:par>
                                <p:cTn id="13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6100"/>
                            </p:stCondLst>
                            <p:childTnLst>
                              <p:par>
                                <p:cTn id="136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7" grpId="1" animBg="1"/>
      <p:bldP spid="17" grpId="2" animBg="1"/>
      <p:bldP spid="16" grpId="0" animBg="1"/>
      <p:bldP spid="16" grpId="1" animBg="1"/>
      <p:bldP spid="16" grpId="2" animBg="1"/>
      <p:bldP spid="4" grpId="0" animBg="1"/>
      <p:bldP spid="4" grpId="1" animBg="1"/>
      <p:bldP spid="4" grpId="2" animBg="1"/>
      <p:bldP spid="13" grpId="0" animBg="1"/>
      <p:bldP spid="13" grpId="1" animBg="1"/>
      <p:bldP spid="13" grpId="2" animBg="1"/>
      <p:bldP spid="14" grpId="0" animBg="1"/>
      <p:bldP spid="14" grpId="1" animBg="1"/>
      <p:bldP spid="14" grpId="2" animBg="1"/>
      <p:bldP spid="5" grpId="0" animBg="1"/>
      <p:bldP spid="19" grpId="0" animBg="1"/>
      <p:bldP spid="26" grpId="0" animBg="1"/>
      <p:bldP spid="27" grpId="0" animBg="1"/>
      <p:bldP spid="28" grpId="0" animBg="1"/>
      <p:bldP spid="28" grpId="1" animBg="1"/>
      <p:bldP spid="29" grpId="0" animBg="1"/>
      <p:bldP spid="29" grpId="1" animBg="1"/>
      <p:bldP spid="30" grpId="0" animBg="1"/>
      <p:bldP spid="31" grpId="0"/>
      <p:bldP spid="32" grpId="0" animBg="1"/>
      <p:bldP spid="33" grpId="0" animBg="1"/>
      <p:bldP spid="34" grpId="0" animBg="1"/>
      <p:bldP spid="3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317326" y="2433937"/>
            <a:ext cx="11557348" cy="853492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kumimoji="1" lang="en-US" altLang="ja-JP"/>
              <a:t>Presentation Title</a:t>
            </a:r>
            <a:endParaRPr kumimoji="1" lang="ja-JP" altLang="en-US"/>
          </a:p>
        </p:txBody>
      </p:sp>
      <p:sp>
        <p:nvSpPr>
          <p:cNvPr id="9" name="正方形/長方形 8"/>
          <p:cNvSpPr/>
          <p:nvPr userDrawn="1"/>
        </p:nvSpPr>
        <p:spPr>
          <a:xfrm>
            <a:off x="5447536" y="3383372"/>
            <a:ext cx="432048" cy="480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5879584" y="3383372"/>
            <a:ext cx="432048" cy="480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1" name="正方形/長方形 10"/>
          <p:cNvSpPr/>
          <p:nvPr userDrawn="1"/>
        </p:nvSpPr>
        <p:spPr>
          <a:xfrm>
            <a:off x="6312416" y="3383372"/>
            <a:ext cx="432048" cy="4801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2" name="テキスト プレースホルダー 12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2133600" y="3565017"/>
            <a:ext cx="7924800" cy="498098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Subtitle Goes Here</a:t>
            </a:r>
            <a:endParaRPr kumimoji="1" lang="ja-JP" altLang="en-US"/>
          </a:p>
        </p:txBody>
      </p:sp>
      <p:sp>
        <p:nvSpPr>
          <p:cNvPr id="15" name="テキスト プレースホルダー 12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33600" y="5521118"/>
            <a:ext cx="7924800" cy="1103501"/>
          </a:xfrm>
        </p:spPr>
        <p:txBody>
          <a:bodyPr anchor="b">
            <a:normAutofit/>
          </a:bodyPr>
          <a:lstStyle>
            <a:lvl1pPr algn="ctr">
              <a:spcBef>
                <a:spcPts val="0"/>
              </a:spcBef>
              <a:defRPr sz="1333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3178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5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5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250"/>
                            </p:stCondLst>
                            <p:childTnLst>
                              <p:par>
                                <p:cTn id="22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75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animBg="1"/>
      <p:bldP spid="10" grpId="0" animBg="1"/>
      <p:bldP spid="11" grpId="0" animBg="1"/>
      <p:bldP spid="1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/>
              <a:t>Add a full screen image</a:t>
            </a:r>
            <a:endParaRPr kumimoji="1" lang="ja-JP" altLang="en-US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1" hasCustomPrompt="1"/>
          </p:nvPr>
        </p:nvSpPr>
        <p:spPr>
          <a:xfrm>
            <a:off x="832153" y="0"/>
            <a:ext cx="4267201" cy="6858000"/>
          </a:xfrm>
          <a:solidFill>
            <a:schemeClr val="accent1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/>
              <a:t> </a:t>
            </a:r>
            <a:endParaRPr kumimoji="1" lang="ja-JP" altLang="en-US"/>
          </a:p>
        </p:txBody>
      </p:sp>
      <p:sp>
        <p:nvSpPr>
          <p:cNvPr id="7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1070110" y="1283566"/>
            <a:ext cx="3791285" cy="2898721"/>
          </a:xfrm>
          <a:noFill/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000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/>
              <a:t>0</a:t>
            </a:r>
            <a:endParaRPr kumimoji="1" lang="ja-JP" altLang="en-US"/>
          </a:p>
        </p:txBody>
      </p:sp>
      <p:sp>
        <p:nvSpPr>
          <p:cNvPr id="8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1070110" y="4069976"/>
            <a:ext cx="3791285" cy="807577"/>
          </a:xfrm>
          <a:noFill/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933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/>
              <a:t>Section Name</a:t>
            </a:r>
            <a:endParaRPr kumimoji="1" lang="ja-JP" altLang="en-US"/>
          </a:p>
        </p:txBody>
      </p:sp>
      <p:sp>
        <p:nvSpPr>
          <p:cNvPr id="9" name="テキスト プレースホルダー 5"/>
          <p:cNvSpPr>
            <a:spLocks noGrp="1"/>
          </p:cNvSpPr>
          <p:nvPr>
            <p:ph type="body" sz="quarter" idx="24" hasCustomPrompt="1"/>
          </p:nvPr>
        </p:nvSpPr>
        <p:spPr>
          <a:xfrm>
            <a:off x="5963353" y="6425933"/>
            <a:ext cx="432000" cy="432067"/>
          </a:xfrm>
          <a:solidFill>
            <a:schemeClr val="accent1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/>
              <a:t> </a:t>
            </a:r>
            <a:endParaRPr kumimoji="1" lang="ja-JP" altLang="en-US"/>
          </a:p>
        </p:txBody>
      </p:sp>
      <p:sp>
        <p:nvSpPr>
          <p:cNvPr id="10" name="テキスト プレースホルダー 5"/>
          <p:cNvSpPr>
            <a:spLocks noGrp="1"/>
          </p:cNvSpPr>
          <p:nvPr>
            <p:ph type="body" sz="quarter" idx="25" hasCustomPrompt="1"/>
          </p:nvPr>
        </p:nvSpPr>
        <p:spPr>
          <a:xfrm>
            <a:off x="5531353" y="5993867"/>
            <a:ext cx="432000" cy="432067"/>
          </a:xfrm>
          <a:solidFill>
            <a:schemeClr val="accent1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/>
              <a:t> </a:t>
            </a:r>
            <a:endParaRPr kumimoji="1" lang="ja-JP" altLang="en-US"/>
          </a:p>
        </p:txBody>
      </p:sp>
      <p:sp>
        <p:nvSpPr>
          <p:cNvPr id="11" name="テキスト プレースホルダー 5"/>
          <p:cNvSpPr>
            <a:spLocks noGrp="1"/>
          </p:cNvSpPr>
          <p:nvPr>
            <p:ph type="body" sz="quarter" idx="26" hasCustomPrompt="1"/>
          </p:nvPr>
        </p:nvSpPr>
        <p:spPr>
          <a:xfrm>
            <a:off x="5099353" y="5561800"/>
            <a:ext cx="432000" cy="432067"/>
          </a:xfrm>
          <a:solidFill>
            <a:schemeClr val="accent1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/>
              <a:t> </a:t>
            </a:r>
            <a:endParaRPr kumimoji="1" lang="ja-JP" altLang="en-US"/>
          </a:p>
        </p:txBody>
      </p:sp>
      <p:sp>
        <p:nvSpPr>
          <p:cNvPr id="12" name="テキスト プレースホルダー 5"/>
          <p:cNvSpPr>
            <a:spLocks noGrp="1"/>
          </p:cNvSpPr>
          <p:nvPr>
            <p:ph type="body" sz="quarter" idx="27" hasCustomPrompt="1"/>
          </p:nvPr>
        </p:nvSpPr>
        <p:spPr>
          <a:xfrm>
            <a:off x="5099353" y="6425933"/>
            <a:ext cx="432000" cy="432067"/>
          </a:xfrm>
          <a:solidFill>
            <a:schemeClr val="accent1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/>
              <a:t> 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1210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50"/>
                            </p:stCondLst>
                            <p:childTnLst>
                              <p:par>
                                <p:cTn id="2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>
        <p:tmplLst>
          <p:tmpl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animBg="1">
        <p:tmplLst>
          <p:tmpl>
            <p:tnLst>
              <p:par>
                <p:cTn presetID="2" presetClass="entr" presetSubtype="6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 animBg="1">
        <p:tmplLst>
          <p:tmpl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0" animBg="1">
        <p:tmplLst>
          <p:tmpl>
            <p:tnLst>
              <p:par>
                <p:cTn presetID="2" presetClass="entr" presetSubtype="3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/>
              <a:t>Add a full screen image</a:t>
            </a:r>
            <a:endParaRPr kumimoji="1" lang="ja-JP" altLang="en-US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1" hasCustomPrompt="1"/>
          </p:nvPr>
        </p:nvSpPr>
        <p:spPr>
          <a:xfrm>
            <a:off x="7045795" y="0"/>
            <a:ext cx="4267201" cy="6858000"/>
          </a:xfrm>
          <a:solidFill>
            <a:schemeClr val="accent2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/>
              <a:t> </a:t>
            </a:r>
            <a:endParaRPr kumimoji="1" lang="ja-JP" altLang="en-US"/>
          </a:p>
        </p:txBody>
      </p:sp>
      <p:sp>
        <p:nvSpPr>
          <p:cNvPr id="7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7283752" y="1283566"/>
            <a:ext cx="3791285" cy="2898721"/>
          </a:xfrm>
          <a:noFill/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000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/>
              <a:t>0</a:t>
            </a:r>
            <a:endParaRPr kumimoji="1" lang="ja-JP" altLang="en-US"/>
          </a:p>
        </p:txBody>
      </p:sp>
      <p:sp>
        <p:nvSpPr>
          <p:cNvPr id="8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7283752" y="4069976"/>
            <a:ext cx="3791285" cy="807577"/>
          </a:xfrm>
          <a:noFill/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933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/>
              <a:t>Section Name</a:t>
            </a:r>
            <a:endParaRPr kumimoji="1" lang="ja-JP" altLang="en-US"/>
          </a:p>
        </p:txBody>
      </p:sp>
      <p:sp>
        <p:nvSpPr>
          <p:cNvPr id="9" name="テキスト プレースホルダー 5"/>
          <p:cNvSpPr>
            <a:spLocks noGrp="1"/>
          </p:cNvSpPr>
          <p:nvPr>
            <p:ph type="body" sz="quarter" idx="16" hasCustomPrompt="1"/>
          </p:nvPr>
        </p:nvSpPr>
        <p:spPr>
          <a:xfrm>
            <a:off x="6613795" y="6425933"/>
            <a:ext cx="432000" cy="432067"/>
          </a:xfrm>
          <a:solidFill>
            <a:schemeClr val="accent2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/>
              <a:t> </a:t>
            </a:r>
            <a:endParaRPr kumimoji="1" lang="ja-JP" altLang="en-US"/>
          </a:p>
        </p:txBody>
      </p:sp>
      <p:sp>
        <p:nvSpPr>
          <p:cNvPr id="10" name="テキスト プレースホルダー 5"/>
          <p:cNvSpPr>
            <a:spLocks noGrp="1"/>
          </p:cNvSpPr>
          <p:nvPr>
            <p:ph type="body" sz="quarter" idx="17" hasCustomPrompt="1"/>
          </p:nvPr>
        </p:nvSpPr>
        <p:spPr>
          <a:xfrm>
            <a:off x="6181795" y="5993867"/>
            <a:ext cx="432000" cy="432067"/>
          </a:xfrm>
          <a:solidFill>
            <a:schemeClr val="accent2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/>
              <a:t> </a:t>
            </a:r>
            <a:endParaRPr kumimoji="1" lang="ja-JP" altLang="en-US"/>
          </a:p>
        </p:txBody>
      </p:sp>
      <p:sp>
        <p:nvSpPr>
          <p:cNvPr id="11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6613795" y="5561800"/>
            <a:ext cx="432000" cy="432067"/>
          </a:xfrm>
          <a:solidFill>
            <a:schemeClr val="accent2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/>
              <a:t> </a:t>
            </a:r>
            <a:endParaRPr kumimoji="1" lang="ja-JP" altLang="en-US"/>
          </a:p>
        </p:txBody>
      </p:sp>
      <p:sp>
        <p:nvSpPr>
          <p:cNvPr id="12" name="テキスト プレースホルダー 5"/>
          <p:cNvSpPr>
            <a:spLocks noGrp="1"/>
          </p:cNvSpPr>
          <p:nvPr>
            <p:ph type="body" sz="quarter" idx="19" hasCustomPrompt="1"/>
          </p:nvPr>
        </p:nvSpPr>
        <p:spPr>
          <a:xfrm>
            <a:off x="5749795" y="6425933"/>
            <a:ext cx="432000" cy="432067"/>
          </a:xfrm>
          <a:solidFill>
            <a:schemeClr val="accent2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/>
              <a:t> 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579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50"/>
                            </p:stCondLst>
                            <p:childTnLst>
                              <p:par>
                                <p:cTn id="2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>
        <p:tmplLst>
          <p:tmpl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animBg="1">
        <p:tmplLst>
          <p:tmpl>
            <p:tnLst>
              <p:par>
                <p:cTn presetID="2" presetClass="entr" presetSubtype="9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 animBg="1">
        <p:tmplLst>
          <p:tmpl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0" animBg="1">
        <p:tmplLst>
          <p:tmpl>
            <p:tnLst>
              <p:par>
                <p:cTn presetID="2" presetClass="entr" presetSubtype="3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/>
              <a:t>Add a full screen image</a:t>
            </a:r>
            <a:endParaRPr kumimoji="1" lang="ja-JP" altLang="en-US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1" hasCustomPrompt="1"/>
          </p:nvPr>
        </p:nvSpPr>
        <p:spPr>
          <a:xfrm>
            <a:off x="832153" y="0"/>
            <a:ext cx="4267201" cy="6858000"/>
          </a:xfrm>
          <a:solidFill>
            <a:schemeClr val="accent3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/>
              <a:t> </a:t>
            </a:r>
            <a:endParaRPr kumimoji="1" lang="ja-JP" altLang="en-US"/>
          </a:p>
        </p:txBody>
      </p:sp>
      <p:sp>
        <p:nvSpPr>
          <p:cNvPr id="7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1070110" y="1283566"/>
            <a:ext cx="3791285" cy="2898721"/>
          </a:xfrm>
          <a:noFill/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000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/>
              <a:t>0</a:t>
            </a:r>
            <a:endParaRPr kumimoji="1" lang="ja-JP" altLang="en-US"/>
          </a:p>
        </p:txBody>
      </p:sp>
      <p:sp>
        <p:nvSpPr>
          <p:cNvPr id="8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1070110" y="4069976"/>
            <a:ext cx="3791285" cy="807577"/>
          </a:xfrm>
          <a:noFill/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933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/>
              <a:t>Section Name</a:t>
            </a:r>
            <a:endParaRPr kumimoji="1" lang="ja-JP" altLang="en-US"/>
          </a:p>
        </p:txBody>
      </p:sp>
      <p:sp>
        <p:nvSpPr>
          <p:cNvPr id="9" name="テキスト プレースホルダー 5"/>
          <p:cNvSpPr>
            <a:spLocks noGrp="1"/>
          </p:cNvSpPr>
          <p:nvPr>
            <p:ph type="body" sz="quarter" idx="24" hasCustomPrompt="1"/>
          </p:nvPr>
        </p:nvSpPr>
        <p:spPr>
          <a:xfrm>
            <a:off x="5963353" y="6425933"/>
            <a:ext cx="432000" cy="432067"/>
          </a:xfrm>
          <a:solidFill>
            <a:schemeClr val="accent3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/>
              <a:t> </a:t>
            </a:r>
            <a:endParaRPr kumimoji="1" lang="ja-JP" altLang="en-US"/>
          </a:p>
        </p:txBody>
      </p:sp>
      <p:sp>
        <p:nvSpPr>
          <p:cNvPr id="10" name="テキスト プレースホルダー 5"/>
          <p:cNvSpPr>
            <a:spLocks noGrp="1"/>
          </p:cNvSpPr>
          <p:nvPr>
            <p:ph type="body" sz="quarter" idx="25" hasCustomPrompt="1"/>
          </p:nvPr>
        </p:nvSpPr>
        <p:spPr>
          <a:xfrm>
            <a:off x="5531353" y="5993867"/>
            <a:ext cx="432000" cy="432067"/>
          </a:xfrm>
          <a:solidFill>
            <a:schemeClr val="accent3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/>
              <a:t> </a:t>
            </a:r>
            <a:endParaRPr kumimoji="1" lang="ja-JP" altLang="en-US"/>
          </a:p>
        </p:txBody>
      </p:sp>
      <p:sp>
        <p:nvSpPr>
          <p:cNvPr id="11" name="テキスト プレースホルダー 5"/>
          <p:cNvSpPr>
            <a:spLocks noGrp="1"/>
          </p:cNvSpPr>
          <p:nvPr>
            <p:ph type="body" sz="quarter" idx="26" hasCustomPrompt="1"/>
          </p:nvPr>
        </p:nvSpPr>
        <p:spPr>
          <a:xfrm>
            <a:off x="5099353" y="5561800"/>
            <a:ext cx="432000" cy="432067"/>
          </a:xfrm>
          <a:solidFill>
            <a:schemeClr val="accent3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/>
              <a:t> </a:t>
            </a:r>
            <a:endParaRPr kumimoji="1" lang="ja-JP" altLang="en-US"/>
          </a:p>
        </p:txBody>
      </p:sp>
      <p:sp>
        <p:nvSpPr>
          <p:cNvPr id="12" name="テキスト プレースホルダー 5"/>
          <p:cNvSpPr>
            <a:spLocks noGrp="1"/>
          </p:cNvSpPr>
          <p:nvPr>
            <p:ph type="body" sz="quarter" idx="27" hasCustomPrompt="1"/>
          </p:nvPr>
        </p:nvSpPr>
        <p:spPr>
          <a:xfrm>
            <a:off x="5099353" y="6425933"/>
            <a:ext cx="432000" cy="432067"/>
          </a:xfrm>
          <a:solidFill>
            <a:schemeClr val="accent3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/>
              <a:t> 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85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50"/>
                            </p:stCondLst>
                            <p:childTnLst>
                              <p:par>
                                <p:cTn id="2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>
        <p:tmplLst>
          <p:tmpl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animBg="1">
        <p:tmplLst>
          <p:tmpl>
            <p:tnLst>
              <p:par>
                <p:cTn presetID="2" presetClass="entr" presetSubtype="6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 animBg="1">
        <p:tmplLst>
          <p:tmpl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0" animBg="1">
        <p:tmplLst>
          <p:tmpl>
            <p:tnLst>
              <p:par>
                <p:cTn presetID="2" presetClass="entr" presetSubtype="3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/>
              <a:t>Add a full screen image</a:t>
            </a:r>
            <a:endParaRPr kumimoji="1" lang="ja-JP" altLang="en-US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1" hasCustomPrompt="1"/>
          </p:nvPr>
        </p:nvSpPr>
        <p:spPr>
          <a:xfrm>
            <a:off x="7045795" y="0"/>
            <a:ext cx="4267201" cy="6858000"/>
          </a:xfrm>
          <a:solidFill>
            <a:schemeClr val="accent4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/>
              <a:t> </a:t>
            </a:r>
            <a:endParaRPr kumimoji="1" lang="ja-JP" altLang="en-US"/>
          </a:p>
        </p:txBody>
      </p:sp>
      <p:sp>
        <p:nvSpPr>
          <p:cNvPr id="7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7283752" y="1283566"/>
            <a:ext cx="3791285" cy="2898721"/>
          </a:xfrm>
          <a:noFill/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000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/>
              <a:t>0</a:t>
            </a:r>
            <a:endParaRPr kumimoji="1" lang="ja-JP" altLang="en-US"/>
          </a:p>
        </p:txBody>
      </p:sp>
      <p:sp>
        <p:nvSpPr>
          <p:cNvPr id="8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7283752" y="4069976"/>
            <a:ext cx="3791285" cy="807577"/>
          </a:xfrm>
          <a:noFill/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933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/>
              <a:t>Section Name</a:t>
            </a:r>
            <a:endParaRPr kumimoji="1" lang="ja-JP" altLang="en-US"/>
          </a:p>
        </p:txBody>
      </p:sp>
      <p:sp>
        <p:nvSpPr>
          <p:cNvPr id="9" name="テキスト プレースホルダー 5"/>
          <p:cNvSpPr>
            <a:spLocks noGrp="1"/>
          </p:cNvSpPr>
          <p:nvPr>
            <p:ph type="body" sz="quarter" idx="16" hasCustomPrompt="1"/>
          </p:nvPr>
        </p:nvSpPr>
        <p:spPr>
          <a:xfrm>
            <a:off x="6613795" y="6425933"/>
            <a:ext cx="432000" cy="432067"/>
          </a:xfrm>
          <a:solidFill>
            <a:schemeClr val="accent4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/>
              <a:t> </a:t>
            </a:r>
            <a:endParaRPr kumimoji="1" lang="ja-JP" altLang="en-US"/>
          </a:p>
        </p:txBody>
      </p:sp>
      <p:sp>
        <p:nvSpPr>
          <p:cNvPr id="10" name="テキスト プレースホルダー 5"/>
          <p:cNvSpPr>
            <a:spLocks noGrp="1"/>
          </p:cNvSpPr>
          <p:nvPr>
            <p:ph type="body" sz="quarter" idx="17" hasCustomPrompt="1"/>
          </p:nvPr>
        </p:nvSpPr>
        <p:spPr>
          <a:xfrm>
            <a:off x="6181795" y="5993867"/>
            <a:ext cx="432000" cy="432067"/>
          </a:xfrm>
          <a:solidFill>
            <a:schemeClr val="accent4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/>
              <a:t> </a:t>
            </a:r>
            <a:endParaRPr kumimoji="1" lang="ja-JP" altLang="en-US"/>
          </a:p>
        </p:txBody>
      </p:sp>
      <p:sp>
        <p:nvSpPr>
          <p:cNvPr id="11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6613795" y="5561800"/>
            <a:ext cx="432000" cy="432067"/>
          </a:xfrm>
          <a:solidFill>
            <a:schemeClr val="accent4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/>
              <a:t> </a:t>
            </a:r>
            <a:endParaRPr kumimoji="1" lang="ja-JP" altLang="en-US"/>
          </a:p>
        </p:txBody>
      </p:sp>
      <p:sp>
        <p:nvSpPr>
          <p:cNvPr id="12" name="テキスト プレースホルダー 5"/>
          <p:cNvSpPr>
            <a:spLocks noGrp="1"/>
          </p:cNvSpPr>
          <p:nvPr>
            <p:ph type="body" sz="quarter" idx="19" hasCustomPrompt="1"/>
          </p:nvPr>
        </p:nvSpPr>
        <p:spPr>
          <a:xfrm>
            <a:off x="5749795" y="6425933"/>
            <a:ext cx="432000" cy="432067"/>
          </a:xfrm>
          <a:solidFill>
            <a:schemeClr val="accent4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/>
              <a:t> 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1025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50"/>
                            </p:stCondLst>
                            <p:childTnLst>
                              <p:par>
                                <p:cTn id="2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>
        <p:tmplLst>
          <p:tmpl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animBg="1">
        <p:tmplLst>
          <p:tmpl>
            <p:tnLst>
              <p:par>
                <p:cTn presetID="2" presetClass="entr" presetSubtype="9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 animBg="1">
        <p:tmplLst>
          <p:tmpl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0" animBg="1">
        <p:tmplLst>
          <p:tmpl>
            <p:tnLst>
              <p:par>
                <p:cTn presetID="2" presetClass="entr" presetSubtype="3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/>
              <a:t>Add a full screen image</a:t>
            </a:r>
            <a:endParaRPr kumimoji="1" lang="ja-JP" altLang="en-US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1" hasCustomPrompt="1"/>
          </p:nvPr>
        </p:nvSpPr>
        <p:spPr>
          <a:xfrm>
            <a:off x="832153" y="0"/>
            <a:ext cx="4267201" cy="6858000"/>
          </a:xfrm>
          <a:solidFill>
            <a:schemeClr val="accent5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/>
              <a:t> </a:t>
            </a:r>
            <a:endParaRPr kumimoji="1" lang="ja-JP" altLang="en-US"/>
          </a:p>
        </p:txBody>
      </p:sp>
      <p:sp>
        <p:nvSpPr>
          <p:cNvPr id="7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1070110" y="1283566"/>
            <a:ext cx="3791285" cy="2898721"/>
          </a:xfrm>
          <a:noFill/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000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/>
              <a:t>0</a:t>
            </a:r>
            <a:endParaRPr kumimoji="1" lang="ja-JP" altLang="en-US"/>
          </a:p>
        </p:txBody>
      </p:sp>
      <p:sp>
        <p:nvSpPr>
          <p:cNvPr id="8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1070110" y="4069976"/>
            <a:ext cx="3791285" cy="807577"/>
          </a:xfrm>
          <a:noFill/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933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/>
              <a:t>Section Name</a:t>
            </a:r>
            <a:endParaRPr kumimoji="1" lang="ja-JP" altLang="en-US"/>
          </a:p>
        </p:txBody>
      </p:sp>
      <p:sp>
        <p:nvSpPr>
          <p:cNvPr id="9" name="テキスト プレースホルダー 5"/>
          <p:cNvSpPr>
            <a:spLocks noGrp="1"/>
          </p:cNvSpPr>
          <p:nvPr>
            <p:ph type="body" sz="quarter" idx="24" hasCustomPrompt="1"/>
          </p:nvPr>
        </p:nvSpPr>
        <p:spPr>
          <a:xfrm>
            <a:off x="5963353" y="6425933"/>
            <a:ext cx="432000" cy="432067"/>
          </a:xfrm>
          <a:solidFill>
            <a:schemeClr val="accent5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/>
              <a:t> </a:t>
            </a:r>
            <a:endParaRPr kumimoji="1" lang="ja-JP" altLang="en-US"/>
          </a:p>
        </p:txBody>
      </p:sp>
      <p:sp>
        <p:nvSpPr>
          <p:cNvPr id="10" name="テキスト プレースホルダー 5"/>
          <p:cNvSpPr>
            <a:spLocks noGrp="1"/>
          </p:cNvSpPr>
          <p:nvPr>
            <p:ph type="body" sz="quarter" idx="25" hasCustomPrompt="1"/>
          </p:nvPr>
        </p:nvSpPr>
        <p:spPr>
          <a:xfrm>
            <a:off x="5531353" y="5993867"/>
            <a:ext cx="432000" cy="432067"/>
          </a:xfrm>
          <a:solidFill>
            <a:schemeClr val="accent5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/>
              <a:t> </a:t>
            </a:r>
            <a:endParaRPr kumimoji="1" lang="ja-JP" altLang="en-US"/>
          </a:p>
        </p:txBody>
      </p:sp>
      <p:sp>
        <p:nvSpPr>
          <p:cNvPr id="11" name="テキスト プレースホルダー 5"/>
          <p:cNvSpPr>
            <a:spLocks noGrp="1"/>
          </p:cNvSpPr>
          <p:nvPr>
            <p:ph type="body" sz="quarter" idx="26" hasCustomPrompt="1"/>
          </p:nvPr>
        </p:nvSpPr>
        <p:spPr>
          <a:xfrm>
            <a:off x="5099353" y="5561800"/>
            <a:ext cx="432000" cy="432067"/>
          </a:xfrm>
          <a:solidFill>
            <a:schemeClr val="accent5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/>
              <a:t> </a:t>
            </a:r>
            <a:endParaRPr kumimoji="1" lang="ja-JP" altLang="en-US"/>
          </a:p>
        </p:txBody>
      </p:sp>
      <p:sp>
        <p:nvSpPr>
          <p:cNvPr id="12" name="テキスト プレースホルダー 5"/>
          <p:cNvSpPr>
            <a:spLocks noGrp="1"/>
          </p:cNvSpPr>
          <p:nvPr>
            <p:ph type="body" sz="quarter" idx="27" hasCustomPrompt="1"/>
          </p:nvPr>
        </p:nvSpPr>
        <p:spPr>
          <a:xfrm>
            <a:off x="5099353" y="6425933"/>
            <a:ext cx="432000" cy="432067"/>
          </a:xfrm>
          <a:solidFill>
            <a:schemeClr val="accent5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/>
              <a:t> 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9271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50"/>
                            </p:stCondLst>
                            <p:childTnLst>
                              <p:par>
                                <p:cTn id="2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>
        <p:tmplLst>
          <p:tmpl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animBg="1">
        <p:tmplLst>
          <p:tmpl>
            <p:tnLst>
              <p:par>
                <p:cTn presetID="2" presetClass="entr" presetSubtype="6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 animBg="1">
        <p:tmplLst>
          <p:tmpl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0" animBg="1">
        <p:tmplLst>
          <p:tmpl>
            <p:tnLst>
              <p:par>
                <p:cTn presetID="2" presetClass="entr" presetSubtype="3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/>
              <a:t>Add a full screen image</a:t>
            </a:r>
            <a:endParaRPr kumimoji="1" lang="ja-JP" altLang="en-US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1" hasCustomPrompt="1"/>
          </p:nvPr>
        </p:nvSpPr>
        <p:spPr>
          <a:xfrm>
            <a:off x="7045795" y="0"/>
            <a:ext cx="4267201" cy="6858000"/>
          </a:xfrm>
          <a:solidFill>
            <a:schemeClr val="accent6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/>
              <a:t> </a:t>
            </a:r>
            <a:endParaRPr kumimoji="1" lang="ja-JP" altLang="en-US"/>
          </a:p>
        </p:txBody>
      </p:sp>
      <p:sp>
        <p:nvSpPr>
          <p:cNvPr id="7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7283752" y="1283566"/>
            <a:ext cx="3791285" cy="2898721"/>
          </a:xfrm>
          <a:noFill/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000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/>
              <a:t>0</a:t>
            </a:r>
            <a:endParaRPr kumimoji="1" lang="ja-JP" altLang="en-US"/>
          </a:p>
        </p:txBody>
      </p:sp>
      <p:sp>
        <p:nvSpPr>
          <p:cNvPr id="8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7283752" y="4069976"/>
            <a:ext cx="3791285" cy="807577"/>
          </a:xfrm>
          <a:noFill/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933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/>
              <a:t>Section Name</a:t>
            </a:r>
            <a:endParaRPr kumimoji="1" lang="ja-JP" altLang="en-US"/>
          </a:p>
        </p:txBody>
      </p:sp>
      <p:sp>
        <p:nvSpPr>
          <p:cNvPr id="9" name="テキスト プレースホルダー 5"/>
          <p:cNvSpPr>
            <a:spLocks noGrp="1"/>
          </p:cNvSpPr>
          <p:nvPr>
            <p:ph type="body" sz="quarter" idx="16" hasCustomPrompt="1"/>
          </p:nvPr>
        </p:nvSpPr>
        <p:spPr>
          <a:xfrm>
            <a:off x="6613795" y="6425933"/>
            <a:ext cx="432000" cy="432067"/>
          </a:xfrm>
          <a:solidFill>
            <a:schemeClr val="accent6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/>
              <a:t> </a:t>
            </a:r>
            <a:endParaRPr kumimoji="1" lang="ja-JP" altLang="en-US"/>
          </a:p>
        </p:txBody>
      </p:sp>
      <p:sp>
        <p:nvSpPr>
          <p:cNvPr id="10" name="テキスト プレースホルダー 5"/>
          <p:cNvSpPr>
            <a:spLocks noGrp="1"/>
          </p:cNvSpPr>
          <p:nvPr>
            <p:ph type="body" sz="quarter" idx="17" hasCustomPrompt="1"/>
          </p:nvPr>
        </p:nvSpPr>
        <p:spPr>
          <a:xfrm>
            <a:off x="6181795" y="5993867"/>
            <a:ext cx="432000" cy="432067"/>
          </a:xfrm>
          <a:solidFill>
            <a:schemeClr val="accent6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/>
              <a:t> </a:t>
            </a:r>
            <a:endParaRPr kumimoji="1" lang="ja-JP" altLang="en-US"/>
          </a:p>
        </p:txBody>
      </p:sp>
      <p:sp>
        <p:nvSpPr>
          <p:cNvPr id="11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6613795" y="5561800"/>
            <a:ext cx="432000" cy="432067"/>
          </a:xfrm>
          <a:solidFill>
            <a:schemeClr val="accent6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/>
              <a:t> </a:t>
            </a:r>
            <a:endParaRPr kumimoji="1" lang="ja-JP" altLang="en-US"/>
          </a:p>
        </p:txBody>
      </p:sp>
      <p:sp>
        <p:nvSpPr>
          <p:cNvPr id="12" name="テキスト プレースホルダー 5"/>
          <p:cNvSpPr>
            <a:spLocks noGrp="1"/>
          </p:cNvSpPr>
          <p:nvPr>
            <p:ph type="body" sz="quarter" idx="19" hasCustomPrompt="1"/>
          </p:nvPr>
        </p:nvSpPr>
        <p:spPr>
          <a:xfrm>
            <a:off x="5749795" y="6425933"/>
            <a:ext cx="432000" cy="432067"/>
          </a:xfrm>
          <a:solidFill>
            <a:schemeClr val="accent6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/>
              <a:t> 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729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50"/>
                            </p:stCondLst>
                            <p:childTnLst>
                              <p:par>
                                <p:cTn id="2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>
        <p:tmplLst>
          <p:tmpl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animBg="1">
        <p:tmplLst>
          <p:tmpl>
            <p:tnLst>
              <p:par>
                <p:cTn presetID="2" presetClass="entr" presetSubtype="9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 animBg="1">
        <p:tmplLst>
          <p:tmpl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0" animBg="1">
        <p:tmplLst>
          <p:tmpl>
            <p:tnLst>
              <p:par>
                <p:cTn presetID="2" presetClass="entr" presetSubtype="3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/>
          <p:cNvSpPr/>
          <p:nvPr userDrawn="1"/>
        </p:nvSpPr>
        <p:spPr>
          <a:xfrm>
            <a:off x="5828496" y="3428471"/>
            <a:ext cx="4254095" cy="342847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5" name="正方形/長方形 4"/>
          <p:cNvSpPr/>
          <p:nvPr userDrawn="1"/>
        </p:nvSpPr>
        <p:spPr>
          <a:xfrm>
            <a:off x="3386667" y="0"/>
            <a:ext cx="3560838" cy="342847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30" name="図プレースホルダー 29"/>
          <p:cNvSpPr>
            <a:spLocks noGrp="1"/>
          </p:cNvSpPr>
          <p:nvPr>
            <p:ph type="pic" sz="quarter" idx="10" hasCustomPrompt="1"/>
          </p:nvPr>
        </p:nvSpPr>
        <p:spPr>
          <a:xfrm>
            <a:off x="-1" y="0"/>
            <a:ext cx="4685237" cy="3428471"/>
          </a:xfrm>
          <a:custGeom>
            <a:avLst/>
            <a:gdLst>
              <a:gd name="connsiteX0" fmla="*/ 6379855 w 7027855"/>
              <a:gd name="connsiteY0" fmla="*/ 4493913 h 5141913"/>
              <a:gd name="connsiteX1" fmla="*/ 7027855 w 7027855"/>
              <a:gd name="connsiteY1" fmla="*/ 4493913 h 5141913"/>
              <a:gd name="connsiteX2" fmla="*/ 7027855 w 7027855"/>
              <a:gd name="connsiteY2" fmla="*/ 5141913 h 5141913"/>
              <a:gd name="connsiteX3" fmla="*/ 6379855 w 7027855"/>
              <a:gd name="connsiteY3" fmla="*/ 5141913 h 5141913"/>
              <a:gd name="connsiteX4" fmla="*/ 5082572 w 7027855"/>
              <a:gd name="connsiteY4" fmla="*/ 4493912 h 5141913"/>
              <a:gd name="connsiteX5" fmla="*/ 5730572 w 7027855"/>
              <a:gd name="connsiteY5" fmla="*/ 4493912 h 5141913"/>
              <a:gd name="connsiteX6" fmla="*/ 5730572 w 7027855"/>
              <a:gd name="connsiteY6" fmla="*/ 5141912 h 5141913"/>
              <a:gd name="connsiteX7" fmla="*/ 5082572 w 7027855"/>
              <a:gd name="connsiteY7" fmla="*/ 5141912 h 5141913"/>
              <a:gd name="connsiteX8" fmla="*/ 5731855 w 7027855"/>
              <a:gd name="connsiteY8" fmla="*/ 3845912 h 5141913"/>
              <a:gd name="connsiteX9" fmla="*/ 6379855 w 7027855"/>
              <a:gd name="connsiteY9" fmla="*/ 3845912 h 5141913"/>
              <a:gd name="connsiteX10" fmla="*/ 6379855 w 7027855"/>
              <a:gd name="connsiteY10" fmla="*/ 4493912 h 5141913"/>
              <a:gd name="connsiteX11" fmla="*/ 5731855 w 7027855"/>
              <a:gd name="connsiteY11" fmla="*/ 4493912 h 5141913"/>
              <a:gd name="connsiteX12" fmla="*/ 5082572 w 7027855"/>
              <a:gd name="connsiteY12" fmla="*/ 3197912 h 5141913"/>
              <a:gd name="connsiteX13" fmla="*/ 5730572 w 7027855"/>
              <a:gd name="connsiteY13" fmla="*/ 3197912 h 5141913"/>
              <a:gd name="connsiteX14" fmla="*/ 5730572 w 7027855"/>
              <a:gd name="connsiteY14" fmla="*/ 3845912 h 5141913"/>
              <a:gd name="connsiteX15" fmla="*/ 5082572 w 7027855"/>
              <a:gd name="connsiteY15" fmla="*/ 3845912 h 5141913"/>
              <a:gd name="connsiteX16" fmla="*/ 0 w 7027855"/>
              <a:gd name="connsiteY16" fmla="*/ 0 h 5141913"/>
              <a:gd name="connsiteX17" fmla="*/ 5080001 w 7027855"/>
              <a:gd name="connsiteY17" fmla="*/ 0 h 5141913"/>
              <a:gd name="connsiteX18" fmla="*/ 5080001 w 7027855"/>
              <a:gd name="connsiteY18" fmla="*/ 5141913 h 5141913"/>
              <a:gd name="connsiteX19" fmla="*/ 0 w 7027855"/>
              <a:gd name="connsiteY19" fmla="*/ 5141913 h 5141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7027855" h="5141913">
                <a:moveTo>
                  <a:pt x="6379855" y="4493913"/>
                </a:moveTo>
                <a:lnTo>
                  <a:pt x="7027855" y="4493913"/>
                </a:lnTo>
                <a:lnTo>
                  <a:pt x="7027855" y="5141913"/>
                </a:lnTo>
                <a:lnTo>
                  <a:pt x="6379855" y="5141913"/>
                </a:lnTo>
                <a:close/>
                <a:moveTo>
                  <a:pt x="5082572" y="4493912"/>
                </a:moveTo>
                <a:lnTo>
                  <a:pt x="5730572" y="4493912"/>
                </a:lnTo>
                <a:lnTo>
                  <a:pt x="5730572" y="5141912"/>
                </a:lnTo>
                <a:lnTo>
                  <a:pt x="5082572" y="5141912"/>
                </a:lnTo>
                <a:close/>
                <a:moveTo>
                  <a:pt x="5731855" y="3845912"/>
                </a:moveTo>
                <a:lnTo>
                  <a:pt x="6379855" y="3845912"/>
                </a:lnTo>
                <a:lnTo>
                  <a:pt x="6379855" y="4493912"/>
                </a:lnTo>
                <a:lnTo>
                  <a:pt x="5731855" y="4493912"/>
                </a:lnTo>
                <a:close/>
                <a:moveTo>
                  <a:pt x="5082572" y="3197912"/>
                </a:moveTo>
                <a:lnTo>
                  <a:pt x="5730572" y="3197912"/>
                </a:lnTo>
                <a:lnTo>
                  <a:pt x="5730572" y="3845912"/>
                </a:lnTo>
                <a:lnTo>
                  <a:pt x="5082572" y="3845912"/>
                </a:lnTo>
                <a:close/>
                <a:moveTo>
                  <a:pt x="0" y="0"/>
                </a:moveTo>
                <a:lnTo>
                  <a:pt x="5080001" y="0"/>
                </a:lnTo>
                <a:lnTo>
                  <a:pt x="5080001" y="5141913"/>
                </a:lnTo>
                <a:lnTo>
                  <a:pt x="0" y="5141913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r>
              <a:rPr kumimoji="1" lang="en-US" altLang="ja-JP"/>
              <a:t>Insert an image</a:t>
            </a:r>
            <a:endParaRPr kumimoji="1" lang="ja-JP" altLang="en-US"/>
          </a:p>
        </p:txBody>
      </p:sp>
      <p:sp>
        <p:nvSpPr>
          <p:cNvPr id="14" name="図プレースホルダー 13"/>
          <p:cNvSpPr>
            <a:spLocks noGrp="1"/>
          </p:cNvSpPr>
          <p:nvPr>
            <p:ph type="pic" sz="quarter" idx="11" hasCustomPrompt="1"/>
          </p:nvPr>
        </p:nvSpPr>
        <p:spPr>
          <a:xfrm>
            <a:off x="5648936" y="0"/>
            <a:ext cx="6543065" cy="3428471"/>
          </a:xfrm>
          <a:custGeom>
            <a:avLst/>
            <a:gdLst>
              <a:gd name="connsiteX0" fmla="*/ 648000 w 9814597"/>
              <a:gd name="connsiteY0" fmla="*/ 648000 h 5141913"/>
              <a:gd name="connsiteX1" fmla="*/ 1296000 w 9814597"/>
              <a:gd name="connsiteY1" fmla="*/ 648000 h 5141913"/>
              <a:gd name="connsiteX2" fmla="*/ 1296000 w 9814597"/>
              <a:gd name="connsiteY2" fmla="*/ 1296000 h 5141913"/>
              <a:gd name="connsiteX3" fmla="*/ 648000 w 9814597"/>
              <a:gd name="connsiteY3" fmla="*/ 1296000 h 5141913"/>
              <a:gd name="connsiteX4" fmla="*/ 1296000 w 9814597"/>
              <a:gd name="connsiteY4" fmla="*/ 0 h 5141913"/>
              <a:gd name="connsiteX5" fmla="*/ 1611372 w 9814597"/>
              <a:gd name="connsiteY5" fmla="*/ 0 h 5141913"/>
              <a:gd name="connsiteX6" fmla="*/ 1944000 w 9814597"/>
              <a:gd name="connsiteY6" fmla="*/ 0 h 5141913"/>
              <a:gd name="connsiteX7" fmla="*/ 1947854 w 9814597"/>
              <a:gd name="connsiteY7" fmla="*/ 0 h 5141913"/>
              <a:gd name="connsiteX8" fmla="*/ 2259372 w 9814597"/>
              <a:gd name="connsiteY8" fmla="*/ 0 h 5141913"/>
              <a:gd name="connsiteX9" fmla="*/ 9814597 w 9814597"/>
              <a:gd name="connsiteY9" fmla="*/ 0 h 5141913"/>
              <a:gd name="connsiteX10" fmla="*/ 9814597 w 9814597"/>
              <a:gd name="connsiteY10" fmla="*/ 5141913 h 5141913"/>
              <a:gd name="connsiteX11" fmla="*/ 1947854 w 9814597"/>
              <a:gd name="connsiteY11" fmla="*/ 5141913 h 5141913"/>
              <a:gd name="connsiteX12" fmla="*/ 1947854 w 9814597"/>
              <a:gd name="connsiteY12" fmla="*/ 1945206 h 5141913"/>
              <a:gd name="connsiteX13" fmla="*/ 1757239 w 9814597"/>
              <a:gd name="connsiteY13" fmla="*/ 1945206 h 5141913"/>
              <a:gd name="connsiteX14" fmla="*/ 1757239 w 9814597"/>
              <a:gd name="connsiteY14" fmla="*/ 1944000 h 5141913"/>
              <a:gd name="connsiteX15" fmla="*/ 1296000 w 9814597"/>
              <a:gd name="connsiteY15" fmla="*/ 1944000 h 5141913"/>
              <a:gd name="connsiteX16" fmla="*/ 1296000 w 9814597"/>
              <a:gd name="connsiteY16" fmla="*/ 1296000 h 5141913"/>
              <a:gd name="connsiteX17" fmla="*/ 1944000 w 9814597"/>
              <a:gd name="connsiteY17" fmla="*/ 1296000 h 5141913"/>
              <a:gd name="connsiteX18" fmla="*/ 1944000 w 9814597"/>
              <a:gd name="connsiteY18" fmla="*/ 1297206 h 5141913"/>
              <a:gd name="connsiteX19" fmla="*/ 1947854 w 9814597"/>
              <a:gd name="connsiteY19" fmla="*/ 1297206 h 5141913"/>
              <a:gd name="connsiteX20" fmla="*/ 1947854 w 9814597"/>
              <a:gd name="connsiteY20" fmla="*/ 648000 h 5141913"/>
              <a:gd name="connsiteX21" fmla="*/ 1944000 w 9814597"/>
              <a:gd name="connsiteY21" fmla="*/ 648000 h 5141913"/>
              <a:gd name="connsiteX22" fmla="*/ 1611372 w 9814597"/>
              <a:gd name="connsiteY22" fmla="*/ 648000 h 5141913"/>
              <a:gd name="connsiteX23" fmla="*/ 1296000 w 9814597"/>
              <a:gd name="connsiteY23" fmla="*/ 648000 h 5141913"/>
              <a:gd name="connsiteX24" fmla="*/ 0 w 9814597"/>
              <a:gd name="connsiteY24" fmla="*/ 0 h 5141913"/>
              <a:gd name="connsiteX25" fmla="*/ 648000 w 9814597"/>
              <a:gd name="connsiteY25" fmla="*/ 0 h 5141913"/>
              <a:gd name="connsiteX26" fmla="*/ 648000 w 9814597"/>
              <a:gd name="connsiteY26" fmla="*/ 648000 h 5141913"/>
              <a:gd name="connsiteX27" fmla="*/ 0 w 9814597"/>
              <a:gd name="connsiteY27" fmla="*/ 648000 h 5141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9814597" h="5141913">
                <a:moveTo>
                  <a:pt x="648000" y="648000"/>
                </a:moveTo>
                <a:lnTo>
                  <a:pt x="1296000" y="648000"/>
                </a:lnTo>
                <a:lnTo>
                  <a:pt x="1296000" y="1296000"/>
                </a:lnTo>
                <a:lnTo>
                  <a:pt x="648000" y="1296000"/>
                </a:lnTo>
                <a:close/>
                <a:moveTo>
                  <a:pt x="1296000" y="0"/>
                </a:moveTo>
                <a:lnTo>
                  <a:pt x="1611372" y="0"/>
                </a:lnTo>
                <a:lnTo>
                  <a:pt x="1944000" y="0"/>
                </a:lnTo>
                <a:lnTo>
                  <a:pt x="1947854" y="0"/>
                </a:lnTo>
                <a:lnTo>
                  <a:pt x="2259372" y="0"/>
                </a:lnTo>
                <a:lnTo>
                  <a:pt x="9814597" y="0"/>
                </a:lnTo>
                <a:lnTo>
                  <a:pt x="9814597" y="5141913"/>
                </a:lnTo>
                <a:lnTo>
                  <a:pt x="1947854" y="5141913"/>
                </a:lnTo>
                <a:lnTo>
                  <a:pt x="1947854" y="1945206"/>
                </a:lnTo>
                <a:lnTo>
                  <a:pt x="1757239" y="1945206"/>
                </a:lnTo>
                <a:lnTo>
                  <a:pt x="1757239" y="1944000"/>
                </a:lnTo>
                <a:lnTo>
                  <a:pt x="1296000" y="1944000"/>
                </a:lnTo>
                <a:lnTo>
                  <a:pt x="1296000" y="1296000"/>
                </a:lnTo>
                <a:lnTo>
                  <a:pt x="1944000" y="1296000"/>
                </a:lnTo>
                <a:lnTo>
                  <a:pt x="1944000" y="1297206"/>
                </a:lnTo>
                <a:lnTo>
                  <a:pt x="1947854" y="1297206"/>
                </a:lnTo>
                <a:lnTo>
                  <a:pt x="1947854" y="648000"/>
                </a:lnTo>
                <a:lnTo>
                  <a:pt x="1944000" y="648000"/>
                </a:lnTo>
                <a:lnTo>
                  <a:pt x="1611372" y="648000"/>
                </a:lnTo>
                <a:lnTo>
                  <a:pt x="1296000" y="648000"/>
                </a:lnTo>
                <a:close/>
                <a:moveTo>
                  <a:pt x="0" y="0"/>
                </a:moveTo>
                <a:lnTo>
                  <a:pt x="648000" y="0"/>
                </a:lnTo>
                <a:lnTo>
                  <a:pt x="648000" y="648000"/>
                </a:lnTo>
                <a:lnTo>
                  <a:pt x="0" y="64800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 marL="0" marR="0" indent="0" algn="l" defTabSz="914324" rtl="0" eaLnBrk="1" fontAlgn="auto" latinLnBrk="0" hangingPunct="1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lvl1pPr>
          </a:lstStyle>
          <a:p>
            <a:r>
              <a:rPr kumimoji="1" lang="en-US" altLang="ja-JP"/>
              <a:t>                                      Insert an image</a:t>
            </a:r>
            <a:endParaRPr kumimoji="1" lang="ja-JP" altLang="en-US"/>
          </a:p>
          <a:p>
            <a:endParaRPr kumimoji="1" lang="ja-JP" altLang="en-US"/>
          </a:p>
        </p:txBody>
      </p:sp>
      <p:sp>
        <p:nvSpPr>
          <p:cNvPr id="31" name="図プレースホルダー 30"/>
          <p:cNvSpPr>
            <a:spLocks noGrp="1"/>
          </p:cNvSpPr>
          <p:nvPr>
            <p:ph type="pic" sz="quarter" idx="12" hasCustomPrompt="1"/>
          </p:nvPr>
        </p:nvSpPr>
        <p:spPr>
          <a:xfrm>
            <a:off x="1" y="3428471"/>
            <a:ext cx="7125350" cy="3428471"/>
          </a:xfrm>
          <a:custGeom>
            <a:avLst/>
            <a:gdLst>
              <a:gd name="connsiteX0" fmla="*/ 10040025 w 10688025"/>
              <a:gd name="connsiteY0" fmla="*/ 4493912 h 5141913"/>
              <a:gd name="connsiteX1" fmla="*/ 10688025 w 10688025"/>
              <a:gd name="connsiteY1" fmla="*/ 4493912 h 5141913"/>
              <a:gd name="connsiteX2" fmla="*/ 10688025 w 10688025"/>
              <a:gd name="connsiteY2" fmla="*/ 5141912 h 5141913"/>
              <a:gd name="connsiteX3" fmla="*/ 10040025 w 10688025"/>
              <a:gd name="connsiteY3" fmla="*/ 5141912 h 5141913"/>
              <a:gd name="connsiteX4" fmla="*/ 9392025 w 10688025"/>
              <a:gd name="connsiteY4" fmla="*/ 3845911 h 5141913"/>
              <a:gd name="connsiteX5" fmla="*/ 10040025 w 10688025"/>
              <a:gd name="connsiteY5" fmla="*/ 3845911 h 5141913"/>
              <a:gd name="connsiteX6" fmla="*/ 10040025 w 10688025"/>
              <a:gd name="connsiteY6" fmla="*/ 4493911 h 5141913"/>
              <a:gd name="connsiteX7" fmla="*/ 9392025 w 10688025"/>
              <a:gd name="connsiteY7" fmla="*/ 4493911 h 5141913"/>
              <a:gd name="connsiteX8" fmla="*/ 0 w 10688025"/>
              <a:gd name="connsiteY8" fmla="*/ 0 h 5141913"/>
              <a:gd name="connsiteX9" fmla="*/ 8742742 w 10688025"/>
              <a:gd name="connsiteY9" fmla="*/ 0 h 5141913"/>
              <a:gd name="connsiteX10" fmla="*/ 8742742 w 10688025"/>
              <a:gd name="connsiteY10" fmla="*/ 3197911 h 5141913"/>
              <a:gd name="connsiteX11" fmla="*/ 9390742 w 10688025"/>
              <a:gd name="connsiteY11" fmla="*/ 3197911 h 5141913"/>
              <a:gd name="connsiteX12" fmla="*/ 9390742 w 10688025"/>
              <a:gd name="connsiteY12" fmla="*/ 3845911 h 5141913"/>
              <a:gd name="connsiteX13" fmla="*/ 8742742 w 10688025"/>
              <a:gd name="connsiteY13" fmla="*/ 3845911 h 5141913"/>
              <a:gd name="connsiteX14" fmla="*/ 8742742 w 10688025"/>
              <a:gd name="connsiteY14" fmla="*/ 4493911 h 5141913"/>
              <a:gd name="connsiteX15" fmla="*/ 9390742 w 10688025"/>
              <a:gd name="connsiteY15" fmla="*/ 4493911 h 5141913"/>
              <a:gd name="connsiteX16" fmla="*/ 9390742 w 10688025"/>
              <a:gd name="connsiteY16" fmla="*/ 5141911 h 5141913"/>
              <a:gd name="connsiteX17" fmla="*/ 8742742 w 10688025"/>
              <a:gd name="connsiteY17" fmla="*/ 5141911 h 5141913"/>
              <a:gd name="connsiteX18" fmla="*/ 8742742 w 10688025"/>
              <a:gd name="connsiteY18" fmla="*/ 5141913 h 5141913"/>
              <a:gd name="connsiteX19" fmla="*/ 0 w 10688025"/>
              <a:gd name="connsiteY19" fmla="*/ 5141913 h 5141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688025" h="5141913">
                <a:moveTo>
                  <a:pt x="10040025" y="4493912"/>
                </a:moveTo>
                <a:lnTo>
                  <a:pt x="10688025" y="4493912"/>
                </a:lnTo>
                <a:lnTo>
                  <a:pt x="10688025" y="5141912"/>
                </a:lnTo>
                <a:lnTo>
                  <a:pt x="10040025" y="5141912"/>
                </a:lnTo>
                <a:close/>
                <a:moveTo>
                  <a:pt x="9392025" y="3845911"/>
                </a:moveTo>
                <a:lnTo>
                  <a:pt x="10040025" y="3845911"/>
                </a:lnTo>
                <a:lnTo>
                  <a:pt x="10040025" y="4493911"/>
                </a:lnTo>
                <a:lnTo>
                  <a:pt x="9392025" y="4493911"/>
                </a:lnTo>
                <a:close/>
                <a:moveTo>
                  <a:pt x="0" y="0"/>
                </a:moveTo>
                <a:lnTo>
                  <a:pt x="8742742" y="0"/>
                </a:lnTo>
                <a:lnTo>
                  <a:pt x="8742742" y="3197911"/>
                </a:lnTo>
                <a:lnTo>
                  <a:pt x="9390742" y="3197911"/>
                </a:lnTo>
                <a:lnTo>
                  <a:pt x="9390742" y="3845911"/>
                </a:lnTo>
                <a:lnTo>
                  <a:pt x="8742742" y="3845911"/>
                </a:lnTo>
                <a:lnTo>
                  <a:pt x="8742742" y="4493911"/>
                </a:lnTo>
                <a:lnTo>
                  <a:pt x="9390742" y="4493911"/>
                </a:lnTo>
                <a:lnTo>
                  <a:pt x="9390742" y="5141911"/>
                </a:lnTo>
                <a:lnTo>
                  <a:pt x="8742742" y="5141911"/>
                </a:lnTo>
                <a:lnTo>
                  <a:pt x="8742742" y="5141913"/>
                </a:lnTo>
                <a:lnTo>
                  <a:pt x="0" y="5141913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r>
              <a:rPr kumimoji="1" lang="en-US" altLang="ja-JP"/>
              <a:t>Insert an image</a:t>
            </a:r>
            <a:endParaRPr kumimoji="1" lang="ja-JP" altLang="en-US"/>
          </a:p>
        </p:txBody>
      </p:sp>
      <p:sp>
        <p:nvSpPr>
          <p:cNvPr id="32" name="図プレースホルダー 31"/>
          <p:cNvSpPr>
            <a:spLocks noGrp="1"/>
          </p:cNvSpPr>
          <p:nvPr>
            <p:ph type="pic" sz="quarter" idx="13" hasCustomPrompt="1"/>
          </p:nvPr>
        </p:nvSpPr>
        <p:spPr>
          <a:xfrm>
            <a:off x="8786591" y="3428470"/>
            <a:ext cx="3405409" cy="3429529"/>
          </a:xfrm>
          <a:custGeom>
            <a:avLst/>
            <a:gdLst>
              <a:gd name="connsiteX0" fmla="*/ 648000 w 5108114"/>
              <a:gd name="connsiteY0" fmla="*/ 648000 h 5143500"/>
              <a:gd name="connsiteX1" fmla="*/ 1296000 w 5108114"/>
              <a:gd name="connsiteY1" fmla="*/ 648000 h 5143500"/>
              <a:gd name="connsiteX2" fmla="*/ 1296000 w 5108114"/>
              <a:gd name="connsiteY2" fmla="*/ 1296000 h 5143500"/>
              <a:gd name="connsiteX3" fmla="*/ 648000 w 5108114"/>
              <a:gd name="connsiteY3" fmla="*/ 1296000 h 5143500"/>
              <a:gd name="connsiteX4" fmla="*/ 1296000 w 5108114"/>
              <a:gd name="connsiteY4" fmla="*/ 0 h 5143500"/>
              <a:gd name="connsiteX5" fmla="*/ 1944000 w 5108114"/>
              <a:gd name="connsiteY5" fmla="*/ 0 h 5143500"/>
              <a:gd name="connsiteX6" fmla="*/ 1944000 w 5108114"/>
              <a:gd name="connsiteY6" fmla="*/ 1587 h 5143500"/>
              <a:gd name="connsiteX7" fmla="*/ 5108114 w 5108114"/>
              <a:gd name="connsiteY7" fmla="*/ 1587 h 5143500"/>
              <a:gd name="connsiteX8" fmla="*/ 5108114 w 5108114"/>
              <a:gd name="connsiteY8" fmla="*/ 5143500 h 5143500"/>
              <a:gd name="connsiteX9" fmla="*/ 1944000 w 5108114"/>
              <a:gd name="connsiteY9" fmla="*/ 5143500 h 5143500"/>
              <a:gd name="connsiteX10" fmla="*/ 1944000 w 5108114"/>
              <a:gd name="connsiteY10" fmla="*/ 1944000 h 5143500"/>
              <a:gd name="connsiteX11" fmla="*/ 1296000 w 5108114"/>
              <a:gd name="connsiteY11" fmla="*/ 1944000 h 5143500"/>
              <a:gd name="connsiteX12" fmla="*/ 1296000 w 5108114"/>
              <a:gd name="connsiteY12" fmla="*/ 1296000 h 5143500"/>
              <a:gd name="connsiteX13" fmla="*/ 1944000 w 5108114"/>
              <a:gd name="connsiteY13" fmla="*/ 1296000 h 5143500"/>
              <a:gd name="connsiteX14" fmla="*/ 1944000 w 5108114"/>
              <a:gd name="connsiteY14" fmla="*/ 648000 h 5143500"/>
              <a:gd name="connsiteX15" fmla="*/ 1296000 w 5108114"/>
              <a:gd name="connsiteY15" fmla="*/ 648000 h 5143500"/>
              <a:gd name="connsiteX16" fmla="*/ 0 w 5108114"/>
              <a:gd name="connsiteY16" fmla="*/ 0 h 5143500"/>
              <a:gd name="connsiteX17" fmla="*/ 648000 w 5108114"/>
              <a:gd name="connsiteY17" fmla="*/ 0 h 5143500"/>
              <a:gd name="connsiteX18" fmla="*/ 648000 w 5108114"/>
              <a:gd name="connsiteY18" fmla="*/ 648000 h 5143500"/>
              <a:gd name="connsiteX19" fmla="*/ 0 w 5108114"/>
              <a:gd name="connsiteY19" fmla="*/ 6480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108114" h="5143500">
                <a:moveTo>
                  <a:pt x="648000" y="648000"/>
                </a:moveTo>
                <a:lnTo>
                  <a:pt x="1296000" y="648000"/>
                </a:lnTo>
                <a:lnTo>
                  <a:pt x="1296000" y="1296000"/>
                </a:lnTo>
                <a:lnTo>
                  <a:pt x="648000" y="1296000"/>
                </a:lnTo>
                <a:close/>
                <a:moveTo>
                  <a:pt x="1296000" y="0"/>
                </a:moveTo>
                <a:lnTo>
                  <a:pt x="1944000" y="0"/>
                </a:lnTo>
                <a:lnTo>
                  <a:pt x="1944000" y="1587"/>
                </a:lnTo>
                <a:lnTo>
                  <a:pt x="5108114" y="1587"/>
                </a:lnTo>
                <a:lnTo>
                  <a:pt x="5108114" y="5143500"/>
                </a:lnTo>
                <a:lnTo>
                  <a:pt x="1944000" y="5143500"/>
                </a:lnTo>
                <a:lnTo>
                  <a:pt x="1944000" y="1944000"/>
                </a:lnTo>
                <a:lnTo>
                  <a:pt x="1296000" y="1944000"/>
                </a:lnTo>
                <a:lnTo>
                  <a:pt x="1296000" y="1296000"/>
                </a:lnTo>
                <a:lnTo>
                  <a:pt x="1944000" y="1296000"/>
                </a:lnTo>
                <a:lnTo>
                  <a:pt x="1944000" y="648000"/>
                </a:lnTo>
                <a:lnTo>
                  <a:pt x="1296000" y="648000"/>
                </a:lnTo>
                <a:close/>
                <a:moveTo>
                  <a:pt x="0" y="0"/>
                </a:moveTo>
                <a:lnTo>
                  <a:pt x="648000" y="0"/>
                </a:lnTo>
                <a:lnTo>
                  <a:pt x="648000" y="648000"/>
                </a:lnTo>
                <a:lnTo>
                  <a:pt x="0" y="64800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 marL="0" marR="0" indent="0" algn="l" defTabSz="914324" rtl="0" eaLnBrk="1" fontAlgn="auto" latinLnBrk="0" hangingPunct="1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lvl1pPr>
          </a:lstStyle>
          <a:p>
            <a:r>
              <a:rPr kumimoji="1" lang="en-US" altLang="ja-JP"/>
              <a:t>                                      Insert an image</a:t>
            </a:r>
            <a:endParaRPr kumimoji="1" lang="ja-JP" altLang="en-US"/>
          </a:p>
          <a:p>
            <a:endParaRPr kumimoji="1" lang="ja-JP" altLang="en-US"/>
          </a:p>
        </p:txBody>
      </p:sp>
      <p:sp>
        <p:nvSpPr>
          <p:cNvPr id="33" name="テキスト プレースホルダー 12"/>
          <p:cNvSpPr>
            <a:spLocks noGrp="1"/>
          </p:cNvSpPr>
          <p:nvPr>
            <p:ph type="body" sz="quarter" idx="14" hasCustomPrompt="1"/>
          </p:nvPr>
        </p:nvSpPr>
        <p:spPr>
          <a:xfrm>
            <a:off x="3805279" y="874463"/>
            <a:ext cx="2723615" cy="498098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Subtitle Goes Here</a:t>
            </a:r>
            <a:endParaRPr kumimoji="1" lang="ja-JP" altLang="en-US"/>
          </a:p>
        </p:txBody>
      </p:sp>
      <p:sp>
        <p:nvSpPr>
          <p:cNvPr id="34" name="テキスト プレースホルダー 12"/>
          <p:cNvSpPr>
            <a:spLocks noGrp="1"/>
          </p:cNvSpPr>
          <p:nvPr>
            <p:ph type="body" sz="quarter" idx="15" hasCustomPrompt="1"/>
          </p:nvPr>
        </p:nvSpPr>
        <p:spPr>
          <a:xfrm>
            <a:off x="3805279" y="1519397"/>
            <a:ext cx="2723615" cy="1064545"/>
          </a:xfrm>
        </p:spPr>
        <p:txBody>
          <a:bodyPr anchor="t">
            <a:normAutofit/>
          </a:bodyPr>
          <a:lstStyle>
            <a:lvl1pPr algn="ctr">
              <a:spcBef>
                <a:spcPts val="0"/>
              </a:spcBef>
              <a:defRPr sz="1333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35" name="テキスト プレースホルダー 12"/>
          <p:cNvSpPr>
            <a:spLocks noGrp="1"/>
          </p:cNvSpPr>
          <p:nvPr>
            <p:ph type="body" sz="quarter" idx="16" hasCustomPrompt="1"/>
          </p:nvPr>
        </p:nvSpPr>
        <p:spPr>
          <a:xfrm>
            <a:off x="6374225" y="4471770"/>
            <a:ext cx="3162635" cy="1341872"/>
          </a:xfrm>
        </p:spPr>
        <p:txBody>
          <a:bodyPr anchor="ctr">
            <a:normAutofit/>
          </a:bodyPr>
          <a:lstStyle>
            <a:lvl1pPr algn="ctr">
              <a:spcBef>
                <a:spcPts val="0"/>
              </a:spcBef>
              <a:defRPr sz="1333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9593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75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2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5" grpId="0" animBg="1"/>
      <p:bldP spid="30" grpId="0" animBg="1"/>
      <p:bldP spid="14" grpId="0" animBg="1"/>
      <p:bldP spid="31" grpId="0" animBg="1"/>
      <p:bldP spid="32" grpId="0" animBg="1"/>
      <p:bldP spid="3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y Squar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744800" cy="1713864"/>
          </a:xfrm>
          <a:solidFill>
            <a:schemeClr val="accent1"/>
          </a:solidFill>
        </p:spPr>
        <p:txBody>
          <a:bodyPr>
            <a:normAutofit/>
          </a:bodyPr>
          <a:lstStyle>
            <a:lvl1pPr>
              <a:defRPr sz="1067" baseline="0"/>
            </a:lvl1pPr>
          </a:lstStyle>
          <a:p>
            <a:r>
              <a:rPr kumimoji="1" lang="en-US" altLang="ja-JP"/>
              <a:t>Insert an image</a:t>
            </a:r>
            <a:endParaRPr kumimoji="1" lang="ja-JP" altLang="en-US"/>
          </a:p>
        </p:txBody>
      </p:sp>
      <p:sp>
        <p:nvSpPr>
          <p:cNvPr id="4" name="図プレースホルダー 3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1715665"/>
            <a:ext cx="1744800" cy="1713864"/>
          </a:xfrm>
          <a:solidFill>
            <a:schemeClr val="accent4"/>
          </a:solidFill>
        </p:spPr>
        <p:txBody>
          <a:bodyPr/>
          <a:lstStyle>
            <a:lvl1pPr marL="0" marR="0" indent="0" algn="l" defTabSz="1088556" rtl="0" eaLnBrk="1" fontAlgn="auto" latinLnBrk="0" hangingPunct="1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67"/>
            </a:lvl1pPr>
          </a:lstStyle>
          <a:p>
            <a:r>
              <a:rPr kumimoji="1" lang="en-US" altLang="ja-JP"/>
              <a:t>Insert an image</a:t>
            </a:r>
            <a:endParaRPr kumimoji="1" lang="ja-JP" altLang="en-US"/>
          </a:p>
          <a:p>
            <a:endParaRPr kumimoji="1" lang="ja-JP" altLang="en-US"/>
          </a:p>
        </p:txBody>
      </p:sp>
      <p:sp>
        <p:nvSpPr>
          <p:cNvPr id="5" name="図プレースホルダー 3"/>
          <p:cNvSpPr>
            <a:spLocks noGrp="1"/>
          </p:cNvSpPr>
          <p:nvPr>
            <p:ph type="pic" sz="quarter" idx="11" hasCustomPrompt="1"/>
          </p:nvPr>
        </p:nvSpPr>
        <p:spPr>
          <a:xfrm>
            <a:off x="1742847" y="0"/>
            <a:ext cx="1744800" cy="1713864"/>
          </a:xfrm>
          <a:solidFill>
            <a:schemeClr val="accent6"/>
          </a:solidFill>
        </p:spPr>
        <p:txBody>
          <a:bodyPr/>
          <a:lstStyle>
            <a:lvl1pPr marL="0" marR="0" indent="0" algn="l" defTabSz="1088556" rtl="0" eaLnBrk="1" fontAlgn="auto" latinLnBrk="0" hangingPunct="1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67"/>
            </a:lvl1pPr>
          </a:lstStyle>
          <a:p>
            <a:r>
              <a:rPr kumimoji="1" lang="en-US" altLang="ja-JP"/>
              <a:t>Insert an image</a:t>
            </a:r>
            <a:endParaRPr kumimoji="1" lang="ja-JP" altLang="en-US"/>
          </a:p>
          <a:p>
            <a:endParaRPr kumimoji="1" lang="ja-JP" altLang="en-US"/>
          </a:p>
        </p:txBody>
      </p:sp>
      <p:sp>
        <p:nvSpPr>
          <p:cNvPr id="6" name="図プレースホルダー 3"/>
          <p:cNvSpPr>
            <a:spLocks noGrp="1"/>
          </p:cNvSpPr>
          <p:nvPr>
            <p:ph type="pic" sz="quarter" idx="14" hasCustomPrompt="1"/>
          </p:nvPr>
        </p:nvSpPr>
        <p:spPr>
          <a:xfrm>
            <a:off x="1742847" y="1715665"/>
            <a:ext cx="1744800" cy="1713864"/>
          </a:xfrm>
          <a:solidFill>
            <a:schemeClr val="accent2"/>
          </a:solidFill>
        </p:spPr>
        <p:txBody>
          <a:bodyPr/>
          <a:lstStyle>
            <a:lvl1pPr marL="0" marR="0" indent="0" algn="l" defTabSz="1088556" rtl="0" eaLnBrk="1" fontAlgn="auto" latinLnBrk="0" hangingPunct="1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67"/>
            </a:lvl1pPr>
          </a:lstStyle>
          <a:p>
            <a:r>
              <a:rPr kumimoji="1" lang="en-US" altLang="ja-JP"/>
              <a:t>Insert an image</a:t>
            </a:r>
            <a:endParaRPr kumimoji="1" lang="ja-JP" altLang="en-US"/>
          </a:p>
          <a:p>
            <a:endParaRPr kumimoji="1" lang="ja-JP" altLang="en-US"/>
          </a:p>
        </p:txBody>
      </p:sp>
      <p:sp>
        <p:nvSpPr>
          <p:cNvPr id="7" name="図プレースホルダー 3"/>
          <p:cNvSpPr>
            <a:spLocks noGrp="1"/>
          </p:cNvSpPr>
          <p:nvPr>
            <p:ph type="pic" sz="quarter" idx="15" hasCustomPrompt="1"/>
          </p:nvPr>
        </p:nvSpPr>
        <p:spPr>
          <a:xfrm>
            <a:off x="3482671" y="0"/>
            <a:ext cx="1744800" cy="1713864"/>
          </a:xfrm>
          <a:solidFill>
            <a:schemeClr val="accent3"/>
          </a:solidFill>
        </p:spPr>
        <p:txBody>
          <a:bodyPr>
            <a:normAutofit/>
          </a:bodyPr>
          <a:lstStyle>
            <a:lvl1pPr>
              <a:defRPr sz="1067" baseline="0"/>
            </a:lvl1pPr>
          </a:lstStyle>
          <a:p>
            <a:r>
              <a:rPr kumimoji="1" lang="en-US" altLang="ja-JP"/>
              <a:t>Insert an image</a:t>
            </a:r>
            <a:endParaRPr kumimoji="1" lang="ja-JP" altLang="en-US"/>
          </a:p>
        </p:txBody>
      </p:sp>
      <p:sp>
        <p:nvSpPr>
          <p:cNvPr id="8" name="図プレースホルダー 3"/>
          <p:cNvSpPr>
            <a:spLocks noGrp="1"/>
          </p:cNvSpPr>
          <p:nvPr>
            <p:ph type="pic" sz="quarter" idx="17" hasCustomPrompt="1"/>
          </p:nvPr>
        </p:nvSpPr>
        <p:spPr>
          <a:xfrm>
            <a:off x="3482671" y="1715665"/>
            <a:ext cx="1744800" cy="1713864"/>
          </a:xfrm>
          <a:solidFill>
            <a:schemeClr val="accent5"/>
          </a:solidFill>
        </p:spPr>
        <p:txBody>
          <a:bodyPr/>
          <a:lstStyle>
            <a:lvl1pPr marL="0" marR="0" indent="0" algn="l" defTabSz="1088556" rtl="0" eaLnBrk="1" fontAlgn="auto" latinLnBrk="0" hangingPunct="1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67"/>
            </a:lvl1pPr>
          </a:lstStyle>
          <a:p>
            <a:r>
              <a:rPr kumimoji="1" lang="en-US" altLang="ja-JP"/>
              <a:t>Insert an image</a:t>
            </a:r>
            <a:endParaRPr kumimoji="1" lang="ja-JP" altLang="en-US"/>
          </a:p>
          <a:p>
            <a:endParaRPr kumimoji="1" lang="ja-JP" altLang="en-US"/>
          </a:p>
        </p:txBody>
      </p:sp>
      <p:sp>
        <p:nvSpPr>
          <p:cNvPr id="9" name="図プレースホルダー 3"/>
          <p:cNvSpPr>
            <a:spLocks noGrp="1"/>
          </p:cNvSpPr>
          <p:nvPr>
            <p:ph type="pic" sz="quarter" idx="27" hasCustomPrompt="1"/>
          </p:nvPr>
        </p:nvSpPr>
        <p:spPr>
          <a:xfrm>
            <a:off x="3482671" y="3429529"/>
            <a:ext cx="1744800" cy="1713864"/>
          </a:xfrm>
          <a:solidFill>
            <a:schemeClr val="accent4"/>
          </a:solidFill>
        </p:spPr>
        <p:txBody>
          <a:bodyPr>
            <a:normAutofit/>
          </a:bodyPr>
          <a:lstStyle>
            <a:lvl1pPr>
              <a:defRPr sz="1067" baseline="0"/>
            </a:lvl1pPr>
          </a:lstStyle>
          <a:p>
            <a:r>
              <a:rPr kumimoji="1" lang="en-US" altLang="ja-JP"/>
              <a:t>Insert an image</a:t>
            </a:r>
            <a:endParaRPr kumimoji="1" lang="ja-JP" altLang="en-US"/>
          </a:p>
        </p:txBody>
      </p:sp>
      <p:sp>
        <p:nvSpPr>
          <p:cNvPr id="10" name="図プレースホルダー 3"/>
          <p:cNvSpPr>
            <a:spLocks noGrp="1"/>
          </p:cNvSpPr>
          <p:nvPr>
            <p:ph type="pic" sz="quarter" idx="29" hasCustomPrompt="1"/>
          </p:nvPr>
        </p:nvSpPr>
        <p:spPr>
          <a:xfrm>
            <a:off x="3482671" y="5145194"/>
            <a:ext cx="1744800" cy="1713864"/>
          </a:xfrm>
          <a:solidFill>
            <a:schemeClr val="accent2"/>
          </a:solidFill>
        </p:spPr>
        <p:txBody>
          <a:bodyPr/>
          <a:lstStyle>
            <a:lvl1pPr marL="0" marR="0" indent="0" algn="l" defTabSz="1088556" rtl="0" eaLnBrk="1" fontAlgn="auto" latinLnBrk="0" hangingPunct="1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67"/>
            </a:lvl1pPr>
          </a:lstStyle>
          <a:p>
            <a:r>
              <a:rPr kumimoji="1" lang="en-US" altLang="ja-JP"/>
              <a:t>Insert an image</a:t>
            </a:r>
            <a:endParaRPr kumimoji="1" lang="ja-JP" altLang="en-US"/>
          </a:p>
          <a:p>
            <a:endParaRPr kumimoji="1" lang="ja-JP" altLang="en-US"/>
          </a:p>
        </p:txBody>
      </p:sp>
      <p:sp>
        <p:nvSpPr>
          <p:cNvPr id="11" name="図プレースホルダー 3"/>
          <p:cNvSpPr>
            <a:spLocks noGrp="1"/>
          </p:cNvSpPr>
          <p:nvPr>
            <p:ph type="pic" sz="quarter" idx="30" hasCustomPrompt="1"/>
          </p:nvPr>
        </p:nvSpPr>
        <p:spPr>
          <a:xfrm>
            <a:off x="5222494" y="5145194"/>
            <a:ext cx="1744800" cy="1713864"/>
          </a:xfrm>
          <a:solidFill>
            <a:schemeClr val="accent5"/>
          </a:solidFill>
        </p:spPr>
        <p:txBody>
          <a:bodyPr/>
          <a:lstStyle>
            <a:lvl1pPr marL="0" marR="0" indent="0" algn="l" defTabSz="1088556" rtl="0" eaLnBrk="1" fontAlgn="auto" latinLnBrk="0" hangingPunct="1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67"/>
            </a:lvl1pPr>
          </a:lstStyle>
          <a:p>
            <a:r>
              <a:rPr kumimoji="1" lang="en-US" altLang="ja-JP"/>
              <a:t>Insert an image</a:t>
            </a:r>
            <a:endParaRPr kumimoji="1" lang="ja-JP" altLang="en-US"/>
          </a:p>
          <a:p>
            <a:endParaRPr kumimoji="1" lang="ja-JP" altLang="en-US"/>
          </a:p>
        </p:txBody>
      </p:sp>
      <p:sp>
        <p:nvSpPr>
          <p:cNvPr id="12" name="図プレースホルダー 3"/>
          <p:cNvSpPr>
            <a:spLocks noGrp="1"/>
          </p:cNvSpPr>
          <p:nvPr>
            <p:ph type="pic" sz="quarter" idx="33" hasCustomPrompt="1"/>
          </p:nvPr>
        </p:nvSpPr>
        <p:spPr>
          <a:xfrm>
            <a:off x="6962317" y="5145194"/>
            <a:ext cx="1744800" cy="1713864"/>
          </a:xfrm>
          <a:solidFill>
            <a:schemeClr val="accent4"/>
          </a:solidFill>
        </p:spPr>
        <p:txBody>
          <a:bodyPr/>
          <a:lstStyle>
            <a:lvl1pPr marL="0" marR="0" indent="0" algn="l" defTabSz="1088556" rtl="0" eaLnBrk="1" fontAlgn="auto" latinLnBrk="0" hangingPunct="1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67"/>
            </a:lvl1pPr>
          </a:lstStyle>
          <a:p>
            <a:r>
              <a:rPr kumimoji="1" lang="en-US" altLang="ja-JP"/>
              <a:t>Insert an image</a:t>
            </a:r>
            <a:endParaRPr kumimoji="1" lang="ja-JP" altLang="en-US"/>
          </a:p>
          <a:p>
            <a:endParaRPr kumimoji="1" lang="ja-JP" altLang="en-US"/>
          </a:p>
        </p:txBody>
      </p:sp>
      <p:sp>
        <p:nvSpPr>
          <p:cNvPr id="13" name="図プレースホルダー 3"/>
          <p:cNvSpPr>
            <a:spLocks noGrp="1"/>
          </p:cNvSpPr>
          <p:nvPr>
            <p:ph type="pic" sz="quarter" idx="20" hasCustomPrompt="1"/>
          </p:nvPr>
        </p:nvSpPr>
        <p:spPr>
          <a:xfrm>
            <a:off x="8702141" y="0"/>
            <a:ext cx="1744800" cy="1713864"/>
          </a:xfrm>
          <a:solidFill>
            <a:schemeClr val="accent4"/>
          </a:solidFill>
        </p:spPr>
        <p:txBody>
          <a:bodyPr/>
          <a:lstStyle>
            <a:lvl1pPr marL="0" marR="0" indent="0" algn="l" defTabSz="1088556" rtl="0" eaLnBrk="1" fontAlgn="auto" latinLnBrk="0" hangingPunct="1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67"/>
            </a:lvl1pPr>
          </a:lstStyle>
          <a:p>
            <a:r>
              <a:rPr kumimoji="1" lang="en-US" altLang="ja-JP"/>
              <a:t>Insert an image</a:t>
            </a:r>
            <a:endParaRPr kumimoji="1" lang="ja-JP" altLang="en-US"/>
          </a:p>
          <a:p>
            <a:endParaRPr kumimoji="1" lang="ja-JP" altLang="en-US"/>
          </a:p>
        </p:txBody>
      </p:sp>
      <p:sp>
        <p:nvSpPr>
          <p:cNvPr id="14" name="図プレースホルダー 3"/>
          <p:cNvSpPr>
            <a:spLocks noGrp="1"/>
          </p:cNvSpPr>
          <p:nvPr>
            <p:ph type="pic" sz="quarter" idx="22" hasCustomPrompt="1"/>
          </p:nvPr>
        </p:nvSpPr>
        <p:spPr>
          <a:xfrm>
            <a:off x="8702141" y="1715665"/>
            <a:ext cx="1744800" cy="1713864"/>
          </a:xfrm>
          <a:solidFill>
            <a:schemeClr val="accent3"/>
          </a:solidFill>
        </p:spPr>
        <p:txBody>
          <a:bodyPr/>
          <a:lstStyle>
            <a:lvl1pPr marL="0" marR="0" indent="0" algn="l" defTabSz="1088556" rtl="0" eaLnBrk="1" fontAlgn="auto" latinLnBrk="0" hangingPunct="1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67"/>
            </a:lvl1pPr>
          </a:lstStyle>
          <a:p>
            <a:r>
              <a:rPr kumimoji="1" lang="en-US" altLang="ja-JP"/>
              <a:t>Insert an image</a:t>
            </a:r>
            <a:endParaRPr kumimoji="1" lang="ja-JP" altLang="en-US"/>
          </a:p>
          <a:p>
            <a:endParaRPr kumimoji="1" lang="ja-JP" altLang="en-US"/>
          </a:p>
        </p:txBody>
      </p:sp>
      <p:sp>
        <p:nvSpPr>
          <p:cNvPr id="15" name="図プレースホルダー 3"/>
          <p:cNvSpPr>
            <a:spLocks noGrp="1"/>
          </p:cNvSpPr>
          <p:nvPr>
            <p:ph type="pic" sz="quarter" idx="34" hasCustomPrompt="1"/>
          </p:nvPr>
        </p:nvSpPr>
        <p:spPr>
          <a:xfrm>
            <a:off x="8702141" y="5145194"/>
            <a:ext cx="1744800" cy="1713864"/>
          </a:xfrm>
          <a:solidFill>
            <a:schemeClr val="accent6"/>
          </a:solidFill>
        </p:spPr>
        <p:txBody>
          <a:bodyPr/>
          <a:lstStyle>
            <a:lvl1pPr marL="0" marR="0" indent="0" algn="l" defTabSz="1088556" rtl="0" eaLnBrk="1" fontAlgn="auto" latinLnBrk="0" hangingPunct="1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67"/>
            </a:lvl1pPr>
          </a:lstStyle>
          <a:p>
            <a:r>
              <a:rPr kumimoji="1" lang="en-US" altLang="ja-JP"/>
              <a:t>Insert an image</a:t>
            </a:r>
            <a:endParaRPr kumimoji="1" lang="ja-JP" altLang="en-US"/>
          </a:p>
          <a:p>
            <a:endParaRPr kumimoji="1" lang="ja-JP" altLang="en-US"/>
          </a:p>
        </p:txBody>
      </p:sp>
      <p:sp>
        <p:nvSpPr>
          <p:cNvPr id="16" name="図プレースホルダー 3"/>
          <p:cNvSpPr>
            <a:spLocks noGrp="1"/>
          </p:cNvSpPr>
          <p:nvPr>
            <p:ph type="pic" sz="quarter" idx="35" hasCustomPrompt="1"/>
          </p:nvPr>
        </p:nvSpPr>
        <p:spPr>
          <a:xfrm>
            <a:off x="10441966" y="0"/>
            <a:ext cx="1744800" cy="1713864"/>
          </a:xfrm>
          <a:solidFill>
            <a:schemeClr val="accent5"/>
          </a:solidFill>
        </p:spPr>
        <p:txBody>
          <a:bodyPr>
            <a:normAutofit/>
          </a:bodyPr>
          <a:lstStyle>
            <a:lvl1pPr>
              <a:defRPr sz="1067" baseline="0"/>
            </a:lvl1pPr>
          </a:lstStyle>
          <a:p>
            <a:r>
              <a:rPr kumimoji="1" lang="en-US" altLang="ja-JP"/>
              <a:t>Insert an image</a:t>
            </a:r>
            <a:endParaRPr kumimoji="1" lang="ja-JP" altLang="en-US"/>
          </a:p>
        </p:txBody>
      </p:sp>
      <p:sp>
        <p:nvSpPr>
          <p:cNvPr id="17" name="図プレースホルダー 3"/>
          <p:cNvSpPr>
            <a:spLocks noGrp="1"/>
          </p:cNvSpPr>
          <p:nvPr>
            <p:ph type="pic" sz="quarter" idx="36" hasCustomPrompt="1"/>
          </p:nvPr>
        </p:nvSpPr>
        <p:spPr>
          <a:xfrm>
            <a:off x="10441966" y="1715665"/>
            <a:ext cx="1744800" cy="1713864"/>
          </a:xfrm>
          <a:solidFill>
            <a:schemeClr val="accent6"/>
          </a:solidFill>
        </p:spPr>
        <p:txBody>
          <a:bodyPr/>
          <a:lstStyle>
            <a:lvl1pPr marL="0" marR="0" indent="0" algn="l" defTabSz="1088556" rtl="0" eaLnBrk="1" fontAlgn="auto" latinLnBrk="0" hangingPunct="1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67"/>
            </a:lvl1pPr>
          </a:lstStyle>
          <a:p>
            <a:r>
              <a:rPr kumimoji="1" lang="en-US" altLang="ja-JP"/>
              <a:t>Insert an image</a:t>
            </a:r>
            <a:endParaRPr kumimoji="1" lang="ja-JP" altLang="en-US"/>
          </a:p>
          <a:p>
            <a:endParaRPr kumimoji="1" lang="ja-JP" altLang="en-US"/>
          </a:p>
        </p:txBody>
      </p:sp>
      <p:sp>
        <p:nvSpPr>
          <p:cNvPr id="18" name="図プレースホルダー 3"/>
          <p:cNvSpPr>
            <a:spLocks noGrp="1"/>
          </p:cNvSpPr>
          <p:nvPr>
            <p:ph type="pic" sz="quarter" idx="38" hasCustomPrompt="1"/>
          </p:nvPr>
        </p:nvSpPr>
        <p:spPr>
          <a:xfrm>
            <a:off x="10441966" y="5145194"/>
            <a:ext cx="1744800" cy="1713864"/>
          </a:xfrm>
          <a:solidFill>
            <a:schemeClr val="accent2"/>
          </a:solidFill>
        </p:spPr>
        <p:txBody>
          <a:bodyPr/>
          <a:lstStyle>
            <a:lvl1pPr marL="0" marR="0" indent="0" algn="l" defTabSz="1088556" rtl="0" eaLnBrk="1" fontAlgn="auto" latinLnBrk="0" hangingPunct="1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67"/>
            </a:lvl1pPr>
          </a:lstStyle>
          <a:p>
            <a:r>
              <a:rPr kumimoji="1" lang="en-US" altLang="ja-JP"/>
              <a:t>Insert an image</a:t>
            </a:r>
            <a:endParaRPr kumimoji="1" lang="ja-JP" altLang="en-US"/>
          </a:p>
          <a:p>
            <a:endParaRPr kumimoji="1" lang="ja-JP" altLang="en-US"/>
          </a:p>
        </p:txBody>
      </p:sp>
      <p:sp>
        <p:nvSpPr>
          <p:cNvPr id="19" name="図プレースホルダー 69"/>
          <p:cNvSpPr>
            <a:spLocks noGrp="1"/>
          </p:cNvSpPr>
          <p:nvPr>
            <p:ph type="pic" sz="quarter" idx="39" hasCustomPrompt="1"/>
          </p:nvPr>
        </p:nvSpPr>
        <p:spPr>
          <a:xfrm>
            <a:off x="1" y="3429529"/>
            <a:ext cx="3482400" cy="3429529"/>
          </a:xfrm>
          <a:solidFill>
            <a:schemeClr val="accent1"/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/>
              <a:t>Insert an image</a:t>
            </a:r>
            <a:endParaRPr kumimoji="1" lang="ja-JP" altLang="en-US"/>
          </a:p>
        </p:txBody>
      </p:sp>
      <p:sp>
        <p:nvSpPr>
          <p:cNvPr id="20" name="図プレースホルダー 69"/>
          <p:cNvSpPr>
            <a:spLocks noGrp="1"/>
          </p:cNvSpPr>
          <p:nvPr>
            <p:ph type="pic" sz="quarter" idx="40" hasCustomPrompt="1"/>
          </p:nvPr>
        </p:nvSpPr>
        <p:spPr>
          <a:xfrm>
            <a:off x="5222494" y="0"/>
            <a:ext cx="3482400" cy="3429529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/>
              <a:t>Insert an image</a:t>
            </a:r>
            <a:endParaRPr kumimoji="1" lang="ja-JP" altLang="en-US"/>
          </a:p>
        </p:txBody>
      </p:sp>
      <p:grpSp>
        <p:nvGrpSpPr>
          <p:cNvPr id="21" name="グループ化 20"/>
          <p:cNvGrpSpPr/>
          <p:nvPr userDrawn="1"/>
        </p:nvGrpSpPr>
        <p:grpSpPr>
          <a:xfrm>
            <a:off x="7969684" y="4165579"/>
            <a:ext cx="1293753" cy="48013"/>
            <a:chOff x="6119664" y="3270498"/>
            <a:chExt cx="1940630" cy="72008"/>
          </a:xfrm>
        </p:grpSpPr>
        <p:sp>
          <p:nvSpPr>
            <p:cNvPr id="22" name="正方形/長方形 21"/>
            <p:cNvSpPr/>
            <p:nvPr userDrawn="1"/>
          </p:nvSpPr>
          <p:spPr>
            <a:xfrm>
              <a:off x="6765355" y="3270498"/>
              <a:ext cx="648072" cy="7200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23" name="正方形/長方形 22"/>
            <p:cNvSpPr/>
            <p:nvPr userDrawn="1"/>
          </p:nvSpPr>
          <p:spPr>
            <a:xfrm>
              <a:off x="6119664" y="3270498"/>
              <a:ext cx="648072" cy="7200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24" name="正方形/長方形 23"/>
            <p:cNvSpPr/>
            <p:nvPr userDrawn="1"/>
          </p:nvSpPr>
          <p:spPr>
            <a:xfrm>
              <a:off x="7412222" y="3270498"/>
              <a:ext cx="648072" cy="7200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</p:grpSp>
      <p:sp>
        <p:nvSpPr>
          <p:cNvPr id="25" name="テキスト プレースホルダー 12"/>
          <p:cNvSpPr>
            <a:spLocks noGrp="1"/>
          </p:cNvSpPr>
          <p:nvPr>
            <p:ph type="body" sz="quarter" idx="18" hasCustomPrompt="1"/>
          </p:nvPr>
        </p:nvSpPr>
        <p:spPr>
          <a:xfrm>
            <a:off x="5767940" y="4275017"/>
            <a:ext cx="5697242" cy="682954"/>
          </a:xfrm>
        </p:spPr>
        <p:txBody>
          <a:bodyPr>
            <a:normAutofit/>
          </a:bodyPr>
          <a:lstStyle>
            <a:lvl1pPr algn="ctr"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26" name="テキスト プレースホルダー 12"/>
          <p:cNvSpPr>
            <a:spLocks noGrp="1"/>
          </p:cNvSpPr>
          <p:nvPr>
            <p:ph type="body" sz="quarter" idx="19" hasCustomPrompt="1"/>
          </p:nvPr>
        </p:nvSpPr>
        <p:spPr>
          <a:xfrm>
            <a:off x="5767940" y="3606056"/>
            <a:ext cx="5697242" cy="498098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51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4" presetClass="entr" presetSubtype="1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200"/>
                            </p:stCondLst>
                            <p:childTnLst>
                              <p:par>
                                <p:cTn id="6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2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5" grpId="0">
        <p:tmplLst>
          <p:tmpl>
            <p:tnLst>
              <p:par>
                <p:cTn presetID="2" presetClass="entr" presetSubtype="2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creen Image, Heading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/>
              <a:t>Add a full screen image</a:t>
            </a:r>
            <a:endParaRPr kumimoji="1" lang="ja-JP" altLang="en-US"/>
          </a:p>
        </p:txBody>
      </p:sp>
      <p:sp>
        <p:nvSpPr>
          <p:cNvPr id="4" name="テキスト プレースホルダー 5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0"/>
            <a:ext cx="6096000" cy="6858000"/>
          </a:xfrm>
          <a:solidFill>
            <a:schemeClr val="accent1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/>
              <a:t> </a:t>
            </a:r>
            <a:endParaRPr kumimoji="1" lang="ja-JP" altLang="en-US"/>
          </a:p>
        </p:txBody>
      </p:sp>
      <p:sp>
        <p:nvSpPr>
          <p:cNvPr id="5" name="テキスト プレースホルダー 12"/>
          <p:cNvSpPr>
            <a:spLocks noGrp="1"/>
          </p:cNvSpPr>
          <p:nvPr>
            <p:ph type="body" sz="quarter" idx="14" hasCustomPrompt="1"/>
          </p:nvPr>
        </p:nvSpPr>
        <p:spPr>
          <a:xfrm>
            <a:off x="6814915" y="735504"/>
            <a:ext cx="4658171" cy="2566522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36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6" name="テキスト プレースホルダー 12"/>
          <p:cNvSpPr>
            <a:spLocks noGrp="1"/>
          </p:cNvSpPr>
          <p:nvPr>
            <p:ph type="body" sz="quarter" idx="15" hasCustomPrompt="1"/>
          </p:nvPr>
        </p:nvSpPr>
        <p:spPr>
          <a:xfrm>
            <a:off x="6814915" y="3516656"/>
            <a:ext cx="4658171" cy="2676552"/>
          </a:xfrm>
        </p:spPr>
        <p:txBody>
          <a:bodyPr>
            <a:normAutofit/>
          </a:bodyPr>
          <a:lstStyle>
            <a:lvl1pPr marL="228611" indent="-228611" algn="l">
              <a:spcBef>
                <a:spcPts val="800"/>
              </a:spcBef>
              <a:buFont typeface="Wingdings" panose="05000000000000000000" pitchFamily="2" charset="2"/>
              <a:buChar char="n"/>
              <a:defRPr sz="1333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7" name="テキスト プレースホルダー 5"/>
          <p:cNvSpPr>
            <a:spLocks noGrp="1"/>
          </p:cNvSpPr>
          <p:nvPr>
            <p:ph type="body" sz="quarter" idx="16" hasCustomPrompt="1"/>
          </p:nvPr>
        </p:nvSpPr>
        <p:spPr>
          <a:xfrm>
            <a:off x="5664000" y="6425933"/>
            <a:ext cx="432000" cy="432067"/>
          </a:xfrm>
          <a:solidFill>
            <a:schemeClr val="accent1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/>
              <a:t> </a:t>
            </a:r>
            <a:endParaRPr kumimoji="1" lang="ja-JP" altLang="en-US"/>
          </a:p>
        </p:txBody>
      </p:sp>
      <p:sp>
        <p:nvSpPr>
          <p:cNvPr id="8" name="テキスト プレースホルダー 5"/>
          <p:cNvSpPr>
            <a:spLocks noGrp="1"/>
          </p:cNvSpPr>
          <p:nvPr>
            <p:ph type="body" sz="quarter" idx="17" hasCustomPrompt="1"/>
          </p:nvPr>
        </p:nvSpPr>
        <p:spPr>
          <a:xfrm>
            <a:off x="5232000" y="5993867"/>
            <a:ext cx="432000" cy="432067"/>
          </a:xfrm>
          <a:solidFill>
            <a:schemeClr val="accent1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/>
              <a:t> </a:t>
            </a:r>
            <a:endParaRPr kumimoji="1" lang="ja-JP" altLang="en-US"/>
          </a:p>
        </p:txBody>
      </p:sp>
      <p:sp>
        <p:nvSpPr>
          <p:cNvPr id="9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5664000" y="5561800"/>
            <a:ext cx="432000" cy="432067"/>
          </a:xfrm>
          <a:solidFill>
            <a:schemeClr val="accent1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/>
              <a:t> </a:t>
            </a:r>
            <a:endParaRPr kumimoji="1" lang="ja-JP" altLang="en-US"/>
          </a:p>
        </p:txBody>
      </p:sp>
      <p:sp>
        <p:nvSpPr>
          <p:cNvPr id="10" name="テキスト プレースホルダー 5"/>
          <p:cNvSpPr>
            <a:spLocks noGrp="1"/>
          </p:cNvSpPr>
          <p:nvPr>
            <p:ph type="body" sz="quarter" idx="19" hasCustomPrompt="1"/>
          </p:nvPr>
        </p:nvSpPr>
        <p:spPr>
          <a:xfrm>
            <a:off x="4800000" y="6425933"/>
            <a:ext cx="432000" cy="432067"/>
          </a:xfrm>
          <a:solidFill>
            <a:schemeClr val="accent1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/>
              <a:t> 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8172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15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>
        <p:tmplLst>
          <p:tmpl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7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animBg="1">
        <p:tmplLst>
          <p:tmpl>
            <p:tnLst>
              <p:par>
                <p:cTn presetID="2" presetClass="entr" presetSubtype="9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animBg="1">
        <p:tmplLst>
          <p:tmpl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animBg="1">
        <p:tmplLst>
          <p:tmpl>
            <p:tnLst>
              <p:par>
                <p:cTn presetID="2" presetClass="entr" presetSubtype="3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creen Image &amp; 3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/>
              <a:t>Add a full screen image</a:t>
            </a:r>
            <a:endParaRPr kumimoji="1" lang="ja-JP" altLang="en-US"/>
          </a:p>
        </p:txBody>
      </p:sp>
      <p:sp>
        <p:nvSpPr>
          <p:cNvPr id="4" name="テキスト プレースホルダー 5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0"/>
            <a:ext cx="6096000" cy="6858000"/>
          </a:xfrm>
          <a:solidFill>
            <a:schemeClr val="accent1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/>
              <a:t> </a:t>
            </a:r>
            <a:endParaRPr kumimoji="1" lang="ja-JP" altLang="en-US"/>
          </a:p>
        </p:txBody>
      </p:sp>
      <p:sp>
        <p:nvSpPr>
          <p:cNvPr id="5" name="テキスト プレースホルダー 12"/>
          <p:cNvSpPr>
            <a:spLocks noGrp="1"/>
          </p:cNvSpPr>
          <p:nvPr>
            <p:ph type="body" sz="quarter" idx="14" hasCustomPrompt="1"/>
          </p:nvPr>
        </p:nvSpPr>
        <p:spPr>
          <a:xfrm>
            <a:off x="718915" y="232836"/>
            <a:ext cx="4658171" cy="854532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6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6" name="テキスト プレースホルダー 12"/>
          <p:cNvSpPr>
            <a:spLocks noGrp="1"/>
          </p:cNvSpPr>
          <p:nvPr>
            <p:ph type="body" sz="quarter" idx="15" hasCustomPrompt="1"/>
          </p:nvPr>
        </p:nvSpPr>
        <p:spPr>
          <a:xfrm>
            <a:off x="1288372" y="2131167"/>
            <a:ext cx="4088714" cy="922344"/>
          </a:xfrm>
        </p:spPr>
        <p:txBody>
          <a:bodyPr>
            <a:normAutofit/>
          </a:bodyPr>
          <a:lstStyle>
            <a:lvl1pPr marL="0" indent="0" algn="l">
              <a:spcBef>
                <a:spcPts val="800"/>
              </a:spcBef>
              <a:buFont typeface="Wingdings" panose="05000000000000000000" pitchFamily="2" charset="2"/>
              <a:buNone/>
              <a:defRPr sz="1333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7" name="図プレースホルダー 25"/>
          <p:cNvSpPr>
            <a:spLocks noGrp="1"/>
          </p:cNvSpPr>
          <p:nvPr>
            <p:ph type="pic" sz="quarter" idx="16" hasCustomPrompt="1"/>
          </p:nvPr>
        </p:nvSpPr>
        <p:spPr>
          <a:xfrm>
            <a:off x="793777" y="1747377"/>
            <a:ext cx="420000" cy="420065"/>
          </a:xfrm>
        </p:spPr>
        <p:txBody>
          <a:bodyPr>
            <a:normAutofit/>
          </a:bodyPr>
          <a:lstStyle>
            <a:lvl1pPr>
              <a:defRPr sz="933"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Icon</a:t>
            </a:r>
            <a:endParaRPr kumimoji="1" lang="ja-JP" altLang="en-US"/>
          </a:p>
        </p:txBody>
      </p:sp>
      <p:sp>
        <p:nvSpPr>
          <p:cNvPr id="8" name="テキスト プレースホルダー 12"/>
          <p:cNvSpPr>
            <a:spLocks noGrp="1"/>
          </p:cNvSpPr>
          <p:nvPr>
            <p:ph type="body" sz="quarter" idx="17" hasCustomPrompt="1"/>
          </p:nvPr>
        </p:nvSpPr>
        <p:spPr>
          <a:xfrm>
            <a:off x="1288372" y="1757768"/>
            <a:ext cx="4088715" cy="4096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4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12" name="テキスト プレースホルダー 12"/>
          <p:cNvSpPr>
            <a:spLocks noGrp="1"/>
          </p:cNvSpPr>
          <p:nvPr>
            <p:ph type="body" sz="quarter" idx="18" hasCustomPrompt="1"/>
          </p:nvPr>
        </p:nvSpPr>
        <p:spPr>
          <a:xfrm>
            <a:off x="1288372" y="3489864"/>
            <a:ext cx="4088714" cy="922344"/>
          </a:xfrm>
        </p:spPr>
        <p:txBody>
          <a:bodyPr>
            <a:normAutofit/>
          </a:bodyPr>
          <a:lstStyle>
            <a:lvl1pPr marL="0" indent="0" algn="l">
              <a:spcBef>
                <a:spcPts val="800"/>
              </a:spcBef>
              <a:buFont typeface="Wingdings" panose="05000000000000000000" pitchFamily="2" charset="2"/>
              <a:buNone/>
              <a:defRPr sz="1333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13" name="図プレースホルダー 25"/>
          <p:cNvSpPr>
            <a:spLocks noGrp="1"/>
          </p:cNvSpPr>
          <p:nvPr>
            <p:ph type="pic" sz="quarter" idx="19" hasCustomPrompt="1"/>
          </p:nvPr>
        </p:nvSpPr>
        <p:spPr>
          <a:xfrm>
            <a:off x="793777" y="3106074"/>
            <a:ext cx="420000" cy="420065"/>
          </a:xfrm>
        </p:spPr>
        <p:txBody>
          <a:bodyPr>
            <a:normAutofit/>
          </a:bodyPr>
          <a:lstStyle>
            <a:lvl1pPr>
              <a:defRPr sz="933"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Icon</a:t>
            </a:r>
            <a:endParaRPr kumimoji="1" lang="ja-JP" altLang="en-US"/>
          </a:p>
        </p:txBody>
      </p:sp>
      <p:sp>
        <p:nvSpPr>
          <p:cNvPr id="14" name="テキスト プレースホルダー 12"/>
          <p:cNvSpPr>
            <a:spLocks noGrp="1"/>
          </p:cNvSpPr>
          <p:nvPr>
            <p:ph type="body" sz="quarter" idx="20" hasCustomPrompt="1"/>
          </p:nvPr>
        </p:nvSpPr>
        <p:spPr>
          <a:xfrm>
            <a:off x="1288372" y="3116464"/>
            <a:ext cx="4088715" cy="4096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4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15" name="テキスト プレースホルダー 12"/>
          <p:cNvSpPr>
            <a:spLocks noGrp="1"/>
          </p:cNvSpPr>
          <p:nvPr>
            <p:ph type="body" sz="quarter" idx="21" hasCustomPrompt="1"/>
          </p:nvPr>
        </p:nvSpPr>
        <p:spPr>
          <a:xfrm>
            <a:off x="1288372" y="4845190"/>
            <a:ext cx="4088714" cy="922344"/>
          </a:xfrm>
        </p:spPr>
        <p:txBody>
          <a:bodyPr>
            <a:normAutofit/>
          </a:bodyPr>
          <a:lstStyle>
            <a:lvl1pPr marL="0" indent="0" algn="l">
              <a:spcBef>
                <a:spcPts val="800"/>
              </a:spcBef>
              <a:buFont typeface="Wingdings" panose="05000000000000000000" pitchFamily="2" charset="2"/>
              <a:buNone/>
              <a:defRPr sz="1333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16" name="図プレースホルダー 25"/>
          <p:cNvSpPr>
            <a:spLocks noGrp="1"/>
          </p:cNvSpPr>
          <p:nvPr>
            <p:ph type="pic" sz="quarter" idx="22" hasCustomPrompt="1"/>
          </p:nvPr>
        </p:nvSpPr>
        <p:spPr>
          <a:xfrm>
            <a:off x="793777" y="4461400"/>
            <a:ext cx="420000" cy="420065"/>
          </a:xfrm>
        </p:spPr>
        <p:txBody>
          <a:bodyPr>
            <a:normAutofit/>
          </a:bodyPr>
          <a:lstStyle>
            <a:lvl1pPr>
              <a:defRPr sz="933"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Icon</a:t>
            </a:r>
            <a:endParaRPr kumimoji="1" lang="ja-JP" altLang="en-US"/>
          </a:p>
        </p:txBody>
      </p:sp>
      <p:sp>
        <p:nvSpPr>
          <p:cNvPr id="17" name="テキスト プレースホルダー 12"/>
          <p:cNvSpPr>
            <a:spLocks noGrp="1"/>
          </p:cNvSpPr>
          <p:nvPr>
            <p:ph type="body" sz="quarter" idx="23" hasCustomPrompt="1"/>
          </p:nvPr>
        </p:nvSpPr>
        <p:spPr>
          <a:xfrm>
            <a:off x="1288371" y="4471791"/>
            <a:ext cx="4088715" cy="4096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4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18" name="テキスト プレースホルダー 5"/>
          <p:cNvSpPr>
            <a:spLocks noGrp="1"/>
          </p:cNvSpPr>
          <p:nvPr>
            <p:ph type="body" sz="quarter" idx="24" hasCustomPrompt="1"/>
          </p:nvPr>
        </p:nvSpPr>
        <p:spPr>
          <a:xfrm>
            <a:off x="6960000" y="6425933"/>
            <a:ext cx="432000" cy="432067"/>
          </a:xfrm>
          <a:solidFill>
            <a:schemeClr val="accent1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/>
              <a:t> </a:t>
            </a:r>
            <a:endParaRPr kumimoji="1" lang="ja-JP" altLang="en-US"/>
          </a:p>
        </p:txBody>
      </p:sp>
      <p:sp>
        <p:nvSpPr>
          <p:cNvPr id="19" name="テキスト プレースホルダー 5"/>
          <p:cNvSpPr>
            <a:spLocks noGrp="1"/>
          </p:cNvSpPr>
          <p:nvPr>
            <p:ph type="body" sz="quarter" idx="25" hasCustomPrompt="1"/>
          </p:nvPr>
        </p:nvSpPr>
        <p:spPr>
          <a:xfrm>
            <a:off x="6528000" y="5993867"/>
            <a:ext cx="432000" cy="432067"/>
          </a:xfrm>
          <a:solidFill>
            <a:schemeClr val="accent1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/>
              <a:t> </a:t>
            </a:r>
            <a:endParaRPr kumimoji="1" lang="ja-JP" altLang="en-US"/>
          </a:p>
        </p:txBody>
      </p:sp>
      <p:sp>
        <p:nvSpPr>
          <p:cNvPr id="20" name="テキスト プレースホルダー 5"/>
          <p:cNvSpPr>
            <a:spLocks noGrp="1"/>
          </p:cNvSpPr>
          <p:nvPr>
            <p:ph type="body" sz="quarter" idx="26" hasCustomPrompt="1"/>
          </p:nvPr>
        </p:nvSpPr>
        <p:spPr>
          <a:xfrm>
            <a:off x="6096000" y="5561800"/>
            <a:ext cx="432000" cy="432067"/>
          </a:xfrm>
          <a:solidFill>
            <a:schemeClr val="accent1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/>
              <a:t> </a:t>
            </a:r>
            <a:endParaRPr kumimoji="1" lang="ja-JP" altLang="en-US"/>
          </a:p>
        </p:txBody>
      </p:sp>
      <p:sp>
        <p:nvSpPr>
          <p:cNvPr id="21" name="テキスト プレースホルダー 5"/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6425933"/>
            <a:ext cx="432000" cy="432067"/>
          </a:xfrm>
          <a:solidFill>
            <a:schemeClr val="accent1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/>
              <a:t> 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3064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6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3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1" decel="100000" fill="hold" grpId="0" nodeType="withEffect">
                                  <p:stCondLst>
                                    <p:cond delay="7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150"/>
                            </p:stCondLst>
                            <p:childTnLst>
                              <p:par>
                                <p:cTn id="33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650"/>
                            </p:stCondLst>
                            <p:childTnLst>
                              <p:par>
                                <p:cTn id="4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15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650"/>
                            </p:stCondLst>
                            <p:childTnLst>
                              <p:par>
                                <p:cTn id="4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150"/>
                            </p:stCondLst>
                            <p:childTnLst>
                              <p:par>
                                <p:cTn id="5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65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150"/>
                            </p:stCondLst>
                            <p:childTnLst>
                              <p:par>
                                <p:cTn id="6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650"/>
                            </p:stCondLst>
                            <p:childTnLst>
                              <p:par>
                                <p:cTn id="72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615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>
        <p:tmplLst>
          <p:tmpl>
            <p:tnLst>
              <p:par>
                <p:cTn presetID="22" presetClass="entr" presetSubtype="4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7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/>
      <p:bldP spid="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/>
      <p:bldP spid="14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/>
      <p:bldP spid="17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8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animBg="1">
        <p:tmplLst>
          <p:tmpl>
            <p:tnLst>
              <p:par>
                <p:cTn presetID="2" presetClass="entr" presetSubtype="6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animBg="1">
        <p:tmplLst>
          <p:tmpl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animBg="1">
        <p:tmplLst>
          <p:tmpl>
            <p:tnLst>
              <p:par>
                <p:cTn presetID="2" presetClass="entr" presetSubtype="3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creen Image &amp; 2 Headings,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/>
              <a:t>Add a full screen image</a:t>
            </a:r>
            <a:endParaRPr kumimoji="1" lang="ja-JP" altLang="en-US"/>
          </a:p>
        </p:txBody>
      </p:sp>
      <p:sp>
        <p:nvSpPr>
          <p:cNvPr id="4" name="テキスト プレースホルダー 5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3696270"/>
            <a:ext cx="12192000" cy="3161730"/>
          </a:xfrm>
          <a:solidFill>
            <a:schemeClr val="accent1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/>
              <a:t> </a:t>
            </a:r>
            <a:endParaRPr kumimoji="1" lang="ja-JP" altLang="en-US"/>
          </a:p>
        </p:txBody>
      </p:sp>
      <p:sp>
        <p:nvSpPr>
          <p:cNvPr id="5" name="テキスト プレースホルダー 12"/>
          <p:cNvSpPr>
            <a:spLocks noGrp="1"/>
          </p:cNvSpPr>
          <p:nvPr>
            <p:ph type="body" sz="quarter" idx="14" hasCustomPrompt="1"/>
          </p:nvPr>
        </p:nvSpPr>
        <p:spPr>
          <a:xfrm>
            <a:off x="432000" y="4128337"/>
            <a:ext cx="5330625" cy="2219667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6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18" name="テキスト プレースホルダー 5"/>
          <p:cNvSpPr>
            <a:spLocks noGrp="1"/>
          </p:cNvSpPr>
          <p:nvPr>
            <p:ph type="body" sz="quarter" idx="24" hasCustomPrompt="1"/>
          </p:nvPr>
        </p:nvSpPr>
        <p:spPr>
          <a:xfrm>
            <a:off x="864000" y="3264203"/>
            <a:ext cx="432000" cy="432067"/>
          </a:xfrm>
          <a:solidFill>
            <a:schemeClr val="accent1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/>
              <a:t> </a:t>
            </a:r>
            <a:endParaRPr kumimoji="1" lang="ja-JP" altLang="en-US"/>
          </a:p>
        </p:txBody>
      </p:sp>
      <p:sp>
        <p:nvSpPr>
          <p:cNvPr id="19" name="テキスト プレースホルダー 5"/>
          <p:cNvSpPr>
            <a:spLocks noGrp="1"/>
          </p:cNvSpPr>
          <p:nvPr>
            <p:ph type="body" sz="quarter" idx="25" hasCustomPrompt="1"/>
          </p:nvPr>
        </p:nvSpPr>
        <p:spPr>
          <a:xfrm>
            <a:off x="432000" y="2832137"/>
            <a:ext cx="432000" cy="432067"/>
          </a:xfrm>
          <a:solidFill>
            <a:schemeClr val="accent1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/>
              <a:t> </a:t>
            </a:r>
            <a:endParaRPr kumimoji="1" lang="ja-JP" altLang="en-US"/>
          </a:p>
        </p:txBody>
      </p:sp>
      <p:sp>
        <p:nvSpPr>
          <p:cNvPr id="20" name="テキスト プレースホルダー 5"/>
          <p:cNvSpPr>
            <a:spLocks noGrp="1"/>
          </p:cNvSpPr>
          <p:nvPr>
            <p:ph type="body" sz="quarter" idx="26" hasCustomPrompt="1"/>
          </p:nvPr>
        </p:nvSpPr>
        <p:spPr>
          <a:xfrm>
            <a:off x="0" y="2400070"/>
            <a:ext cx="432000" cy="432067"/>
          </a:xfrm>
          <a:solidFill>
            <a:schemeClr val="accent1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/>
              <a:t> </a:t>
            </a:r>
            <a:endParaRPr kumimoji="1" lang="ja-JP" altLang="en-US"/>
          </a:p>
        </p:txBody>
      </p:sp>
      <p:sp>
        <p:nvSpPr>
          <p:cNvPr id="21" name="テキスト プレースホルダー 5"/>
          <p:cNvSpPr>
            <a:spLocks noGrp="1"/>
          </p:cNvSpPr>
          <p:nvPr>
            <p:ph type="body" sz="quarter" idx="27" hasCustomPrompt="1"/>
          </p:nvPr>
        </p:nvSpPr>
        <p:spPr>
          <a:xfrm>
            <a:off x="0" y="3264203"/>
            <a:ext cx="432000" cy="432067"/>
          </a:xfrm>
          <a:solidFill>
            <a:schemeClr val="accent1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/>
              <a:t> </a:t>
            </a:r>
            <a:endParaRPr kumimoji="1" lang="ja-JP" altLang="en-US"/>
          </a:p>
        </p:txBody>
      </p:sp>
      <p:sp>
        <p:nvSpPr>
          <p:cNvPr id="22" name="テキスト プレースホルダー 12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00" y="4501737"/>
            <a:ext cx="5314950" cy="693565"/>
          </a:xfrm>
        </p:spPr>
        <p:txBody>
          <a:bodyPr>
            <a:normAutofit/>
          </a:bodyPr>
          <a:lstStyle>
            <a:lvl1pPr marL="0" indent="0" algn="l">
              <a:spcBef>
                <a:spcPts val="800"/>
              </a:spcBef>
              <a:buFont typeface="Wingdings" panose="05000000000000000000" pitchFamily="2" charset="2"/>
              <a:buNone/>
              <a:defRPr sz="1333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23" name="テキスト プレースホルダー 12"/>
          <p:cNvSpPr>
            <a:spLocks noGrp="1"/>
          </p:cNvSpPr>
          <p:nvPr>
            <p:ph type="body" sz="quarter" idx="17" hasCustomPrompt="1"/>
          </p:nvPr>
        </p:nvSpPr>
        <p:spPr>
          <a:xfrm>
            <a:off x="6096000" y="4128337"/>
            <a:ext cx="5314951" cy="4096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4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24" name="テキスト プレースホルダー 12"/>
          <p:cNvSpPr>
            <a:spLocks noGrp="1"/>
          </p:cNvSpPr>
          <p:nvPr>
            <p:ph type="body" sz="quarter" idx="28" hasCustomPrompt="1"/>
          </p:nvPr>
        </p:nvSpPr>
        <p:spPr>
          <a:xfrm>
            <a:off x="6096000" y="5654439"/>
            <a:ext cx="5314950" cy="693565"/>
          </a:xfrm>
        </p:spPr>
        <p:txBody>
          <a:bodyPr>
            <a:normAutofit/>
          </a:bodyPr>
          <a:lstStyle>
            <a:lvl1pPr marL="0" indent="0" algn="l">
              <a:spcBef>
                <a:spcPts val="800"/>
              </a:spcBef>
              <a:buFont typeface="Wingdings" panose="05000000000000000000" pitchFamily="2" charset="2"/>
              <a:buNone/>
              <a:defRPr sz="1333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25" name="テキスト プレースホルダー 12"/>
          <p:cNvSpPr>
            <a:spLocks noGrp="1"/>
          </p:cNvSpPr>
          <p:nvPr>
            <p:ph type="body" sz="quarter" idx="29" hasCustomPrompt="1"/>
          </p:nvPr>
        </p:nvSpPr>
        <p:spPr>
          <a:xfrm>
            <a:off x="6096000" y="5281039"/>
            <a:ext cx="5314951" cy="4096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4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5953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6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3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150"/>
                            </p:stCondLst>
                            <p:childTnLst>
                              <p:par>
                                <p:cTn id="33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65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150"/>
                            </p:stCondLst>
                            <p:childTnLst>
                              <p:par>
                                <p:cTn id="42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65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>
        <p:tmplLst>
          <p:tmpl>
            <p:tnLst>
              <p:par>
                <p:cTn presetID="22" presetClass="entr" presetSubtype="4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7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8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animBg="1">
        <p:tmplLst>
          <p:tmpl>
            <p:tnLst>
              <p:par>
                <p:cTn presetID="2" presetClass="entr" presetSubtype="6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animBg="1">
        <p:tmplLst>
          <p:tmpl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animBg="1">
        <p:tmplLst>
          <p:tmpl>
            <p:tnLst>
              <p:par>
                <p:cTn presetID="2" presetClass="entr" presetSubtype="3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creen Imag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/>
              <a:t>Add a full screen image</a:t>
            </a:r>
            <a:endParaRPr kumimoji="1" lang="ja-JP" altLang="en-US"/>
          </a:p>
        </p:txBody>
      </p:sp>
      <p:sp>
        <p:nvSpPr>
          <p:cNvPr id="13" name="テキスト プレースホルダー 12"/>
          <p:cNvSpPr>
            <a:spLocks noGrp="1"/>
          </p:cNvSpPr>
          <p:nvPr>
            <p:ph type="body" sz="quarter" idx="14" hasCustomPrompt="1"/>
          </p:nvPr>
        </p:nvSpPr>
        <p:spPr>
          <a:xfrm>
            <a:off x="554138" y="504904"/>
            <a:ext cx="11083725" cy="1857661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6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6152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12" decel="100000" fill="hold" grpId="0" nodeType="withEffect">
                                  <p:stCondLst>
                                    <p:cond delay="7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3" grpId="0" build="p">
        <p:tmplLst>
          <p:tmpl lvl="1">
            <p:tnLst>
              <p:par>
                <p:cTn presetID="2" presetClass="entr" presetSubtype="12" decel="100000" fill="hold" nodeType="withEffect">
                  <p:stCondLst>
                    <p:cond delay="7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/>
              <a:t>Slide Title Goes Here</a:t>
            </a:r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15634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/>
              <a:t>Slide Title Goes Here</a:t>
            </a:r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1548064" y="2548119"/>
            <a:ext cx="9095874" cy="2379045"/>
          </a:xfrm>
        </p:spPr>
        <p:txBody>
          <a:bodyPr anchor="ctr">
            <a:normAutofit/>
          </a:bodyPr>
          <a:lstStyle>
            <a:lvl1pPr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2316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>
        <p:tmplLst>
          <p:tmpl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Heading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/>
              <a:t>Slide Title Goes Here</a:t>
            </a:r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2133600" y="3133093"/>
            <a:ext cx="7924800" cy="1577765"/>
          </a:xfrm>
        </p:spPr>
        <p:txBody>
          <a:bodyPr>
            <a:normAutofit/>
          </a:bodyPr>
          <a:lstStyle>
            <a:lvl1pPr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6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2133600" y="2386346"/>
            <a:ext cx="7924800" cy="498098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7" name="正方形/長方形 6"/>
          <p:cNvSpPr/>
          <p:nvPr userDrawn="1"/>
        </p:nvSpPr>
        <p:spPr>
          <a:xfrm>
            <a:off x="2207568" y="2944923"/>
            <a:ext cx="806280" cy="480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2601939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animBg="1"/>
    </p:bld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Headings &amp;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/>
              <a:t>Slide Title Goes Here</a:t>
            </a:r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814192" y="3133093"/>
            <a:ext cx="4989534" cy="1577765"/>
          </a:xfrm>
        </p:spPr>
        <p:txBody>
          <a:bodyPr>
            <a:normAutofit/>
          </a:bodyPr>
          <a:lstStyle>
            <a:lvl1pPr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6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814192" y="2386346"/>
            <a:ext cx="4989534" cy="498098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7" name="正方形/長方形 6"/>
          <p:cNvSpPr/>
          <p:nvPr userDrawn="1"/>
        </p:nvSpPr>
        <p:spPr>
          <a:xfrm>
            <a:off x="888160" y="2944923"/>
            <a:ext cx="1074141" cy="480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8" name="テキスト プレースホルダー 12"/>
          <p:cNvSpPr>
            <a:spLocks noGrp="1"/>
          </p:cNvSpPr>
          <p:nvPr>
            <p:ph type="body" sz="quarter" idx="14" hasCustomPrompt="1"/>
          </p:nvPr>
        </p:nvSpPr>
        <p:spPr>
          <a:xfrm>
            <a:off x="6361878" y="3134485"/>
            <a:ext cx="4989534" cy="1577765"/>
          </a:xfrm>
        </p:spPr>
        <p:txBody>
          <a:bodyPr>
            <a:normAutofit/>
          </a:bodyPr>
          <a:lstStyle>
            <a:lvl1pPr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9" name="テキスト プレースホルダー 12"/>
          <p:cNvSpPr>
            <a:spLocks noGrp="1"/>
          </p:cNvSpPr>
          <p:nvPr>
            <p:ph type="body" sz="quarter" idx="15" hasCustomPrompt="1"/>
          </p:nvPr>
        </p:nvSpPr>
        <p:spPr>
          <a:xfrm>
            <a:off x="6361878" y="2387738"/>
            <a:ext cx="4989534" cy="498098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6435846" y="2946315"/>
            <a:ext cx="1074141" cy="480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2284620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75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animBg="1"/>
      <p:bldP spid="8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animBg="1"/>
    </p:bld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Headings &amp;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/>
              <a:t>Slide Title Goes Here</a:t>
            </a:r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814193" y="3133093"/>
            <a:ext cx="3444541" cy="1939223"/>
          </a:xfrm>
        </p:spPr>
        <p:txBody>
          <a:bodyPr>
            <a:normAutofit/>
          </a:bodyPr>
          <a:lstStyle>
            <a:lvl1pPr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6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814193" y="2386346"/>
            <a:ext cx="3444541" cy="498098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7" name="正方形/長方形 6"/>
          <p:cNvSpPr/>
          <p:nvPr userDrawn="1"/>
        </p:nvSpPr>
        <p:spPr>
          <a:xfrm>
            <a:off x="888160" y="2944923"/>
            <a:ext cx="1074141" cy="480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8" name="テキスト プレースホルダー 12"/>
          <p:cNvSpPr>
            <a:spLocks noGrp="1"/>
          </p:cNvSpPr>
          <p:nvPr>
            <p:ph type="body" sz="quarter" idx="14" hasCustomPrompt="1"/>
          </p:nvPr>
        </p:nvSpPr>
        <p:spPr>
          <a:xfrm>
            <a:off x="4373730" y="3133093"/>
            <a:ext cx="3444541" cy="1939223"/>
          </a:xfrm>
        </p:spPr>
        <p:txBody>
          <a:bodyPr>
            <a:normAutofit/>
          </a:bodyPr>
          <a:lstStyle>
            <a:lvl1pPr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9" name="テキスト プレースホルダー 12"/>
          <p:cNvSpPr>
            <a:spLocks noGrp="1"/>
          </p:cNvSpPr>
          <p:nvPr>
            <p:ph type="body" sz="quarter" idx="15" hasCustomPrompt="1"/>
          </p:nvPr>
        </p:nvSpPr>
        <p:spPr>
          <a:xfrm>
            <a:off x="4373730" y="2386346"/>
            <a:ext cx="3444541" cy="498098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4447697" y="2944923"/>
            <a:ext cx="1074141" cy="480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1" name="テキスト プレースホルダー 12"/>
          <p:cNvSpPr>
            <a:spLocks noGrp="1"/>
          </p:cNvSpPr>
          <p:nvPr>
            <p:ph type="body" sz="quarter" idx="16" hasCustomPrompt="1"/>
          </p:nvPr>
        </p:nvSpPr>
        <p:spPr>
          <a:xfrm>
            <a:off x="7933266" y="3133093"/>
            <a:ext cx="3444541" cy="1939223"/>
          </a:xfrm>
        </p:spPr>
        <p:txBody>
          <a:bodyPr>
            <a:normAutofit/>
          </a:bodyPr>
          <a:lstStyle>
            <a:lvl1pPr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12" name="テキスト プレースホルダー 12"/>
          <p:cNvSpPr>
            <a:spLocks noGrp="1"/>
          </p:cNvSpPr>
          <p:nvPr>
            <p:ph type="body" sz="quarter" idx="17" hasCustomPrompt="1"/>
          </p:nvPr>
        </p:nvSpPr>
        <p:spPr>
          <a:xfrm>
            <a:off x="7933266" y="2386346"/>
            <a:ext cx="3444541" cy="498098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13" name="正方形/長方形 12"/>
          <p:cNvSpPr/>
          <p:nvPr userDrawn="1"/>
        </p:nvSpPr>
        <p:spPr>
          <a:xfrm>
            <a:off x="8007234" y="2944923"/>
            <a:ext cx="1074141" cy="4801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3971085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75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250"/>
                            </p:stCondLst>
                            <p:childTnLst>
                              <p:par>
                                <p:cTn id="31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animBg="1"/>
      <p:bldP spid="8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animBg="1"/>
      <p:bldP spid="11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animBg="1"/>
    </p:bldLst>
  </p:timing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Headings &amp;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/>
              <a:t>Slide Title Goes Here</a:t>
            </a:r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861590" y="2352793"/>
            <a:ext cx="4720270" cy="1371415"/>
          </a:xfrm>
        </p:spPr>
        <p:txBody>
          <a:bodyPr>
            <a:normAutofit/>
          </a:bodyPr>
          <a:lstStyle>
            <a:lvl1pPr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6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861590" y="1693143"/>
            <a:ext cx="4720270" cy="498098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133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7" name="正方形/長方形 6"/>
          <p:cNvSpPr/>
          <p:nvPr userDrawn="1"/>
        </p:nvSpPr>
        <p:spPr>
          <a:xfrm>
            <a:off x="935557" y="2203332"/>
            <a:ext cx="1218599" cy="480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20" name="テキスト プレースホルダー 12"/>
          <p:cNvSpPr>
            <a:spLocks noGrp="1"/>
          </p:cNvSpPr>
          <p:nvPr>
            <p:ph type="body" sz="quarter" idx="15" hasCustomPrompt="1"/>
          </p:nvPr>
        </p:nvSpPr>
        <p:spPr>
          <a:xfrm>
            <a:off x="6609566" y="2352793"/>
            <a:ext cx="4720270" cy="1371415"/>
          </a:xfrm>
        </p:spPr>
        <p:txBody>
          <a:bodyPr>
            <a:normAutofit/>
          </a:bodyPr>
          <a:lstStyle>
            <a:lvl1pPr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21" name="テキスト プレースホルダー 12"/>
          <p:cNvSpPr>
            <a:spLocks noGrp="1"/>
          </p:cNvSpPr>
          <p:nvPr>
            <p:ph type="body" sz="quarter" idx="16" hasCustomPrompt="1"/>
          </p:nvPr>
        </p:nvSpPr>
        <p:spPr>
          <a:xfrm>
            <a:off x="6609566" y="1693143"/>
            <a:ext cx="4720270" cy="498098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133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22" name="正方形/長方形 21"/>
          <p:cNvSpPr/>
          <p:nvPr userDrawn="1"/>
        </p:nvSpPr>
        <p:spPr>
          <a:xfrm>
            <a:off x="6683533" y="2203332"/>
            <a:ext cx="1218599" cy="480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25" name="テキスト プレースホルダー 12"/>
          <p:cNvSpPr>
            <a:spLocks noGrp="1"/>
          </p:cNvSpPr>
          <p:nvPr>
            <p:ph type="body" sz="quarter" idx="18" hasCustomPrompt="1"/>
          </p:nvPr>
        </p:nvSpPr>
        <p:spPr>
          <a:xfrm>
            <a:off x="861590" y="4596419"/>
            <a:ext cx="4720270" cy="1371415"/>
          </a:xfrm>
        </p:spPr>
        <p:txBody>
          <a:bodyPr>
            <a:normAutofit/>
          </a:bodyPr>
          <a:lstStyle>
            <a:lvl1pPr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37" name="テキスト プレースホルダー 12"/>
          <p:cNvSpPr>
            <a:spLocks noGrp="1"/>
          </p:cNvSpPr>
          <p:nvPr>
            <p:ph type="body" sz="quarter" idx="19" hasCustomPrompt="1"/>
          </p:nvPr>
        </p:nvSpPr>
        <p:spPr>
          <a:xfrm>
            <a:off x="861590" y="3936770"/>
            <a:ext cx="4720270" cy="498098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133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35557" y="4446959"/>
            <a:ext cx="1218599" cy="4801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41" name="テキスト プレースホルダー 12"/>
          <p:cNvSpPr>
            <a:spLocks noGrp="1"/>
          </p:cNvSpPr>
          <p:nvPr>
            <p:ph type="body" sz="quarter" idx="21" hasCustomPrompt="1"/>
          </p:nvPr>
        </p:nvSpPr>
        <p:spPr>
          <a:xfrm>
            <a:off x="6609566" y="4596419"/>
            <a:ext cx="4720270" cy="1371415"/>
          </a:xfrm>
        </p:spPr>
        <p:txBody>
          <a:bodyPr>
            <a:normAutofit/>
          </a:bodyPr>
          <a:lstStyle>
            <a:lvl1pPr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42" name="テキスト プレースホルダー 12"/>
          <p:cNvSpPr>
            <a:spLocks noGrp="1"/>
          </p:cNvSpPr>
          <p:nvPr>
            <p:ph type="body" sz="quarter" idx="22" hasCustomPrompt="1"/>
          </p:nvPr>
        </p:nvSpPr>
        <p:spPr>
          <a:xfrm>
            <a:off x="6609566" y="3936770"/>
            <a:ext cx="4720270" cy="498098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133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43" name="正方形/長方形 42"/>
          <p:cNvSpPr/>
          <p:nvPr userDrawn="1"/>
        </p:nvSpPr>
        <p:spPr>
          <a:xfrm>
            <a:off x="6683533" y="4446959"/>
            <a:ext cx="1218599" cy="480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1023605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75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250"/>
                            </p:stCondLst>
                            <p:childTnLst>
                              <p:par>
                                <p:cTn id="31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500"/>
                            </p:stCondLst>
                            <p:childTnLst>
                              <p:par>
                                <p:cTn id="44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25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animBg="1"/>
      <p:bldP spid="20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animBg="1"/>
      <p:bldP spid="25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animBg="1"/>
      <p:bldP spid="41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animBg="1"/>
    </p:bldLst>
  </p:timing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, Headings &amp; Texts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/>
              <a:t>Slide Title Goes Here</a:t>
            </a:r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851880" y="3704844"/>
            <a:ext cx="2495573" cy="1653532"/>
          </a:xfrm>
        </p:spPr>
        <p:txBody>
          <a:bodyPr>
            <a:normAutofit/>
          </a:bodyPr>
          <a:lstStyle>
            <a:lvl1pPr algn="ctr"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6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851880" y="3045195"/>
            <a:ext cx="2495573" cy="498098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133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Word</a:t>
            </a:r>
            <a:endParaRPr kumimoji="1" lang="ja-JP" altLang="en-US"/>
          </a:p>
        </p:txBody>
      </p:sp>
      <p:sp>
        <p:nvSpPr>
          <p:cNvPr id="7" name="正方形/長方形 6"/>
          <p:cNvSpPr/>
          <p:nvPr userDrawn="1"/>
        </p:nvSpPr>
        <p:spPr>
          <a:xfrm>
            <a:off x="1490367" y="3555384"/>
            <a:ext cx="1218599" cy="480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4" name="円/楕円 4"/>
          <p:cNvSpPr/>
          <p:nvPr userDrawn="1"/>
        </p:nvSpPr>
        <p:spPr>
          <a:xfrm>
            <a:off x="1720828" y="2116907"/>
            <a:ext cx="757677" cy="758880"/>
          </a:xfrm>
          <a:prstGeom prst="rect">
            <a:avLst/>
          </a:prstGeom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26" name="図プレースホルダー 25"/>
          <p:cNvSpPr>
            <a:spLocks noGrp="1"/>
          </p:cNvSpPr>
          <p:nvPr>
            <p:ph type="pic" sz="quarter" idx="14" hasCustomPrompt="1"/>
          </p:nvPr>
        </p:nvSpPr>
        <p:spPr>
          <a:xfrm>
            <a:off x="1889666" y="2286314"/>
            <a:ext cx="420000" cy="420065"/>
          </a:xfrm>
        </p:spPr>
        <p:txBody>
          <a:bodyPr>
            <a:normAutofit/>
          </a:bodyPr>
          <a:lstStyle>
            <a:lvl1pPr algn="ctr">
              <a:defRPr sz="933"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Icon</a:t>
            </a:r>
            <a:endParaRPr kumimoji="1" lang="ja-JP" altLang="en-US"/>
          </a:p>
        </p:txBody>
      </p:sp>
      <p:sp>
        <p:nvSpPr>
          <p:cNvPr id="32" name="テキスト プレースホルダー 12"/>
          <p:cNvSpPr>
            <a:spLocks noGrp="1"/>
          </p:cNvSpPr>
          <p:nvPr>
            <p:ph type="body" sz="quarter" idx="15" hasCustomPrompt="1"/>
          </p:nvPr>
        </p:nvSpPr>
        <p:spPr>
          <a:xfrm>
            <a:off x="3516291" y="3704844"/>
            <a:ext cx="2495573" cy="1653532"/>
          </a:xfrm>
        </p:spPr>
        <p:txBody>
          <a:bodyPr>
            <a:normAutofit/>
          </a:bodyPr>
          <a:lstStyle>
            <a:lvl1pPr algn="ctr"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33" name="テキスト プレースホルダー 12"/>
          <p:cNvSpPr>
            <a:spLocks noGrp="1"/>
          </p:cNvSpPr>
          <p:nvPr>
            <p:ph type="body" sz="quarter" idx="16" hasCustomPrompt="1"/>
          </p:nvPr>
        </p:nvSpPr>
        <p:spPr>
          <a:xfrm>
            <a:off x="3516291" y="3045195"/>
            <a:ext cx="2495573" cy="498098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133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Word</a:t>
            </a:r>
            <a:endParaRPr kumimoji="1" lang="ja-JP" altLang="en-US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4154779" y="3555384"/>
            <a:ext cx="1218599" cy="480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35" name="円/楕円 4"/>
          <p:cNvSpPr/>
          <p:nvPr userDrawn="1"/>
        </p:nvSpPr>
        <p:spPr>
          <a:xfrm>
            <a:off x="4385240" y="2116907"/>
            <a:ext cx="757677" cy="758880"/>
          </a:xfrm>
          <a:prstGeom prst="rect">
            <a:avLst/>
          </a:prstGeom>
          <a:solidFill>
            <a:schemeClr val="accent2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36" name="図プレースホルダー 25"/>
          <p:cNvSpPr>
            <a:spLocks noGrp="1"/>
          </p:cNvSpPr>
          <p:nvPr>
            <p:ph type="pic" sz="quarter" idx="17" hasCustomPrompt="1"/>
          </p:nvPr>
        </p:nvSpPr>
        <p:spPr>
          <a:xfrm>
            <a:off x="4554077" y="2286314"/>
            <a:ext cx="420000" cy="420065"/>
          </a:xfrm>
        </p:spPr>
        <p:txBody>
          <a:bodyPr>
            <a:normAutofit/>
          </a:bodyPr>
          <a:lstStyle>
            <a:lvl1pPr algn="ctr">
              <a:defRPr sz="933"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Icon</a:t>
            </a:r>
            <a:endParaRPr kumimoji="1" lang="ja-JP" altLang="en-US"/>
          </a:p>
        </p:txBody>
      </p:sp>
      <p:sp>
        <p:nvSpPr>
          <p:cNvPr id="46" name="テキスト プレースホルダー 12"/>
          <p:cNvSpPr>
            <a:spLocks noGrp="1"/>
          </p:cNvSpPr>
          <p:nvPr>
            <p:ph type="body" sz="quarter" idx="18" hasCustomPrompt="1"/>
          </p:nvPr>
        </p:nvSpPr>
        <p:spPr>
          <a:xfrm>
            <a:off x="6180702" y="3704844"/>
            <a:ext cx="2495573" cy="1653532"/>
          </a:xfrm>
        </p:spPr>
        <p:txBody>
          <a:bodyPr>
            <a:normAutofit/>
          </a:bodyPr>
          <a:lstStyle>
            <a:lvl1pPr algn="ctr"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47" name="テキスト プレースホルダー 12"/>
          <p:cNvSpPr>
            <a:spLocks noGrp="1"/>
          </p:cNvSpPr>
          <p:nvPr>
            <p:ph type="body" sz="quarter" idx="19" hasCustomPrompt="1"/>
          </p:nvPr>
        </p:nvSpPr>
        <p:spPr>
          <a:xfrm>
            <a:off x="6180702" y="3045195"/>
            <a:ext cx="2495573" cy="498098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133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Word</a:t>
            </a:r>
            <a:endParaRPr kumimoji="1" lang="ja-JP" altLang="en-US"/>
          </a:p>
        </p:txBody>
      </p:sp>
      <p:sp>
        <p:nvSpPr>
          <p:cNvPr id="48" name="正方形/長方形 47"/>
          <p:cNvSpPr/>
          <p:nvPr userDrawn="1"/>
        </p:nvSpPr>
        <p:spPr>
          <a:xfrm>
            <a:off x="6819190" y="3555384"/>
            <a:ext cx="1218599" cy="4801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49" name="円/楕円 4"/>
          <p:cNvSpPr/>
          <p:nvPr userDrawn="1"/>
        </p:nvSpPr>
        <p:spPr>
          <a:xfrm>
            <a:off x="7049651" y="2116907"/>
            <a:ext cx="757677" cy="758880"/>
          </a:xfrm>
          <a:prstGeom prst="rect">
            <a:avLst/>
          </a:prstGeom>
          <a:solidFill>
            <a:schemeClr val="accent3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50" name="図プレースホルダー 25"/>
          <p:cNvSpPr>
            <a:spLocks noGrp="1"/>
          </p:cNvSpPr>
          <p:nvPr>
            <p:ph type="pic" sz="quarter" idx="20" hasCustomPrompt="1"/>
          </p:nvPr>
        </p:nvSpPr>
        <p:spPr>
          <a:xfrm>
            <a:off x="7218489" y="2286314"/>
            <a:ext cx="420000" cy="420065"/>
          </a:xfrm>
        </p:spPr>
        <p:txBody>
          <a:bodyPr>
            <a:normAutofit/>
          </a:bodyPr>
          <a:lstStyle>
            <a:lvl1pPr algn="ctr">
              <a:defRPr sz="933"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Icon</a:t>
            </a:r>
            <a:endParaRPr kumimoji="1" lang="ja-JP" altLang="en-US"/>
          </a:p>
        </p:txBody>
      </p:sp>
      <p:sp>
        <p:nvSpPr>
          <p:cNvPr id="51" name="テキスト プレースホルダー 12"/>
          <p:cNvSpPr>
            <a:spLocks noGrp="1"/>
          </p:cNvSpPr>
          <p:nvPr>
            <p:ph type="body" sz="quarter" idx="21" hasCustomPrompt="1"/>
          </p:nvPr>
        </p:nvSpPr>
        <p:spPr>
          <a:xfrm>
            <a:off x="8845114" y="3704844"/>
            <a:ext cx="2495573" cy="1653532"/>
          </a:xfrm>
        </p:spPr>
        <p:txBody>
          <a:bodyPr>
            <a:normAutofit/>
          </a:bodyPr>
          <a:lstStyle>
            <a:lvl1pPr algn="ctr"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52" name="テキスト プレースホルダー 12"/>
          <p:cNvSpPr>
            <a:spLocks noGrp="1"/>
          </p:cNvSpPr>
          <p:nvPr>
            <p:ph type="body" sz="quarter" idx="22" hasCustomPrompt="1"/>
          </p:nvPr>
        </p:nvSpPr>
        <p:spPr>
          <a:xfrm>
            <a:off x="8845114" y="3045195"/>
            <a:ext cx="2495573" cy="498098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133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Word</a:t>
            </a:r>
            <a:endParaRPr kumimoji="1" lang="ja-JP" altLang="en-US"/>
          </a:p>
        </p:txBody>
      </p:sp>
      <p:sp>
        <p:nvSpPr>
          <p:cNvPr id="53" name="正方形/長方形 52"/>
          <p:cNvSpPr/>
          <p:nvPr userDrawn="1"/>
        </p:nvSpPr>
        <p:spPr>
          <a:xfrm>
            <a:off x="9483601" y="3555384"/>
            <a:ext cx="1218599" cy="480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54" name="円/楕円 4"/>
          <p:cNvSpPr/>
          <p:nvPr userDrawn="1"/>
        </p:nvSpPr>
        <p:spPr>
          <a:xfrm>
            <a:off x="9714062" y="2116907"/>
            <a:ext cx="757677" cy="758880"/>
          </a:xfrm>
          <a:prstGeom prst="rect">
            <a:avLst/>
          </a:prstGeom>
          <a:solidFill>
            <a:schemeClr val="accent5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55" name="図プレースホルダー 25"/>
          <p:cNvSpPr>
            <a:spLocks noGrp="1"/>
          </p:cNvSpPr>
          <p:nvPr>
            <p:ph type="pic" sz="quarter" idx="23" hasCustomPrompt="1"/>
          </p:nvPr>
        </p:nvSpPr>
        <p:spPr>
          <a:xfrm>
            <a:off x="9882900" y="2286314"/>
            <a:ext cx="420000" cy="420065"/>
          </a:xfrm>
        </p:spPr>
        <p:txBody>
          <a:bodyPr>
            <a:normAutofit/>
          </a:bodyPr>
          <a:lstStyle>
            <a:lvl1pPr algn="ctr">
              <a:defRPr sz="933"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Icon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9790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5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750"/>
                            </p:stCondLst>
                            <p:childTnLst>
                              <p:par>
                                <p:cTn id="27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500"/>
                            </p:stCondLst>
                            <p:childTnLst>
                              <p:par>
                                <p:cTn id="4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250"/>
                            </p:stCondLst>
                            <p:childTnLst>
                              <p:par>
                                <p:cTn id="58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475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250"/>
                            </p:stCondLst>
                            <p:childTnLst>
                              <p:par>
                                <p:cTn id="71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6000"/>
                            </p:stCondLst>
                            <p:childTnLst>
                              <p:par>
                                <p:cTn id="80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65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animBg="1"/>
      <p:bldP spid="14" grpId="0" animBg="1"/>
      <p:bldP spid="26" grpId="0"/>
      <p:bldP spid="32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animBg="1"/>
      <p:bldP spid="36" grpId="0"/>
      <p:bldP spid="46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8" grpId="0" animBg="1"/>
      <p:bldP spid="49" grpId="0" animBg="1"/>
      <p:bldP spid="50" grpId="0"/>
      <p:bldP spid="51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3" grpId="0" animBg="1"/>
      <p:bldP spid="54" grpId="0" animBg="1"/>
      <p:bldP spid="55" grpId="0"/>
    </p:bldLst>
  </p:timing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cons, Headings &amp; Texts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/>
              <a:t>Slide Title Goes Here</a:t>
            </a:r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1029356" y="3704844"/>
            <a:ext cx="3276329" cy="1653532"/>
          </a:xfrm>
        </p:spPr>
        <p:txBody>
          <a:bodyPr>
            <a:normAutofit/>
          </a:bodyPr>
          <a:lstStyle>
            <a:lvl1pPr algn="ctr"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6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1029356" y="3045195"/>
            <a:ext cx="3276329" cy="498098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133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Word</a:t>
            </a:r>
            <a:endParaRPr kumimoji="1" lang="ja-JP" altLang="en-US"/>
          </a:p>
        </p:txBody>
      </p:sp>
      <p:sp>
        <p:nvSpPr>
          <p:cNvPr id="7" name="正方形/長方形 6"/>
          <p:cNvSpPr/>
          <p:nvPr userDrawn="1"/>
        </p:nvSpPr>
        <p:spPr>
          <a:xfrm>
            <a:off x="2058221" y="3555384"/>
            <a:ext cx="1218599" cy="480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4" name="円/楕円 4"/>
          <p:cNvSpPr/>
          <p:nvPr userDrawn="1"/>
        </p:nvSpPr>
        <p:spPr>
          <a:xfrm>
            <a:off x="2288682" y="2116907"/>
            <a:ext cx="757677" cy="758880"/>
          </a:xfrm>
          <a:prstGeom prst="rect">
            <a:avLst/>
          </a:prstGeom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26" name="図プレースホルダー 25"/>
          <p:cNvSpPr>
            <a:spLocks noGrp="1"/>
          </p:cNvSpPr>
          <p:nvPr>
            <p:ph type="pic" sz="quarter" idx="14" hasCustomPrompt="1"/>
          </p:nvPr>
        </p:nvSpPr>
        <p:spPr>
          <a:xfrm>
            <a:off x="2457520" y="2286314"/>
            <a:ext cx="420000" cy="420065"/>
          </a:xfrm>
        </p:spPr>
        <p:txBody>
          <a:bodyPr>
            <a:normAutofit/>
          </a:bodyPr>
          <a:lstStyle>
            <a:lvl1pPr algn="ctr">
              <a:defRPr sz="933"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Icon</a:t>
            </a:r>
            <a:endParaRPr kumimoji="1" lang="ja-JP" altLang="en-US"/>
          </a:p>
        </p:txBody>
      </p:sp>
      <p:sp>
        <p:nvSpPr>
          <p:cNvPr id="32" name="テキスト プレースホルダー 12"/>
          <p:cNvSpPr>
            <a:spLocks noGrp="1"/>
          </p:cNvSpPr>
          <p:nvPr>
            <p:ph type="body" sz="quarter" idx="15" hasCustomPrompt="1"/>
          </p:nvPr>
        </p:nvSpPr>
        <p:spPr>
          <a:xfrm>
            <a:off x="4457836" y="3704844"/>
            <a:ext cx="3276329" cy="1653532"/>
          </a:xfrm>
        </p:spPr>
        <p:txBody>
          <a:bodyPr>
            <a:normAutofit/>
          </a:bodyPr>
          <a:lstStyle>
            <a:lvl1pPr algn="ctr"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33" name="テキスト プレースホルダー 12"/>
          <p:cNvSpPr>
            <a:spLocks noGrp="1"/>
          </p:cNvSpPr>
          <p:nvPr>
            <p:ph type="body" sz="quarter" idx="16" hasCustomPrompt="1"/>
          </p:nvPr>
        </p:nvSpPr>
        <p:spPr>
          <a:xfrm>
            <a:off x="4457836" y="3045195"/>
            <a:ext cx="3276329" cy="498098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133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Word</a:t>
            </a:r>
            <a:endParaRPr kumimoji="1" lang="ja-JP" altLang="en-US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5486701" y="3555384"/>
            <a:ext cx="1218599" cy="480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35" name="円/楕円 4"/>
          <p:cNvSpPr/>
          <p:nvPr userDrawn="1"/>
        </p:nvSpPr>
        <p:spPr>
          <a:xfrm>
            <a:off x="5717162" y="2116907"/>
            <a:ext cx="757677" cy="758880"/>
          </a:xfrm>
          <a:prstGeom prst="rect">
            <a:avLst/>
          </a:prstGeom>
          <a:solidFill>
            <a:schemeClr val="accent2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36" name="図プレースホルダー 25"/>
          <p:cNvSpPr>
            <a:spLocks noGrp="1"/>
          </p:cNvSpPr>
          <p:nvPr>
            <p:ph type="pic" sz="quarter" idx="17" hasCustomPrompt="1"/>
          </p:nvPr>
        </p:nvSpPr>
        <p:spPr>
          <a:xfrm>
            <a:off x="5885999" y="2286314"/>
            <a:ext cx="420000" cy="420065"/>
          </a:xfrm>
        </p:spPr>
        <p:txBody>
          <a:bodyPr>
            <a:normAutofit/>
          </a:bodyPr>
          <a:lstStyle>
            <a:lvl1pPr algn="ctr">
              <a:defRPr sz="933"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Icon</a:t>
            </a:r>
            <a:endParaRPr kumimoji="1" lang="ja-JP" altLang="en-US"/>
          </a:p>
        </p:txBody>
      </p:sp>
      <p:sp>
        <p:nvSpPr>
          <p:cNvPr id="46" name="テキスト プレースホルダー 12"/>
          <p:cNvSpPr>
            <a:spLocks noGrp="1"/>
          </p:cNvSpPr>
          <p:nvPr>
            <p:ph type="body" sz="quarter" idx="18" hasCustomPrompt="1"/>
          </p:nvPr>
        </p:nvSpPr>
        <p:spPr>
          <a:xfrm>
            <a:off x="7886315" y="3704844"/>
            <a:ext cx="3276329" cy="1653532"/>
          </a:xfrm>
        </p:spPr>
        <p:txBody>
          <a:bodyPr>
            <a:normAutofit/>
          </a:bodyPr>
          <a:lstStyle>
            <a:lvl1pPr algn="ctr"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47" name="テキスト プレースホルダー 12"/>
          <p:cNvSpPr>
            <a:spLocks noGrp="1"/>
          </p:cNvSpPr>
          <p:nvPr>
            <p:ph type="body" sz="quarter" idx="19" hasCustomPrompt="1"/>
          </p:nvPr>
        </p:nvSpPr>
        <p:spPr>
          <a:xfrm>
            <a:off x="7886315" y="3045195"/>
            <a:ext cx="3276329" cy="498098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133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Word</a:t>
            </a:r>
            <a:endParaRPr kumimoji="1" lang="ja-JP" altLang="en-US"/>
          </a:p>
        </p:txBody>
      </p:sp>
      <p:sp>
        <p:nvSpPr>
          <p:cNvPr id="48" name="正方形/長方形 47"/>
          <p:cNvSpPr/>
          <p:nvPr userDrawn="1"/>
        </p:nvSpPr>
        <p:spPr>
          <a:xfrm>
            <a:off x="8915180" y="3555384"/>
            <a:ext cx="1218599" cy="4801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49" name="円/楕円 4"/>
          <p:cNvSpPr/>
          <p:nvPr userDrawn="1"/>
        </p:nvSpPr>
        <p:spPr>
          <a:xfrm>
            <a:off x="9145641" y="2116907"/>
            <a:ext cx="757677" cy="758880"/>
          </a:xfrm>
          <a:prstGeom prst="rect">
            <a:avLst/>
          </a:prstGeom>
          <a:solidFill>
            <a:schemeClr val="accent3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50" name="図プレースホルダー 25"/>
          <p:cNvSpPr>
            <a:spLocks noGrp="1"/>
          </p:cNvSpPr>
          <p:nvPr>
            <p:ph type="pic" sz="quarter" idx="20" hasCustomPrompt="1"/>
          </p:nvPr>
        </p:nvSpPr>
        <p:spPr>
          <a:xfrm>
            <a:off x="9314479" y="2286314"/>
            <a:ext cx="420000" cy="420065"/>
          </a:xfrm>
        </p:spPr>
        <p:txBody>
          <a:bodyPr>
            <a:normAutofit/>
          </a:bodyPr>
          <a:lstStyle>
            <a:lvl1pPr algn="ctr">
              <a:defRPr sz="933"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Icon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7911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5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750"/>
                            </p:stCondLst>
                            <p:childTnLst>
                              <p:par>
                                <p:cTn id="27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500"/>
                            </p:stCondLst>
                            <p:childTnLst>
                              <p:par>
                                <p:cTn id="4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250"/>
                            </p:stCondLst>
                            <p:childTnLst>
                              <p:par>
                                <p:cTn id="58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475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animBg="1"/>
      <p:bldP spid="14" grpId="0" animBg="1"/>
      <p:bldP spid="26" grpId="0"/>
      <p:bldP spid="32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animBg="1"/>
      <p:bldP spid="36" grpId="0"/>
      <p:bldP spid="46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8" grpId="0" animBg="1"/>
      <p:bldP spid="49" grpId="0" animBg="1"/>
      <p:bldP spid="50" grpId="0"/>
    </p:bldLst>
  </p:timing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, Headings &amp;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/>
              <a:t>Slide Title Goes Here</a:t>
            </a:r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1472174" y="2265694"/>
            <a:ext cx="4285159" cy="1371415"/>
          </a:xfrm>
        </p:spPr>
        <p:txBody>
          <a:bodyPr>
            <a:normAutofit/>
          </a:bodyPr>
          <a:lstStyle>
            <a:lvl1pPr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6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1472174" y="1606045"/>
            <a:ext cx="4285159" cy="498098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133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7" name="正方形/長方形 6"/>
          <p:cNvSpPr/>
          <p:nvPr userDrawn="1"/>
        </p:nvSpPr>
        <p:spPr>
          <a:xfrm>
            <a:off x="1546141" y="2116234"/>
            <a:ext cx="1218599" cy="480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4" name="円/楕円 4"/>
          <p:cNvSpPr/>
          <p:nvPr userDrawn="1"/>
        </p:nvSpPr>
        <p:spPr>
          <a:xfrm>
            <a:off x="591896" y="1736794"/>
            <a:ext cx="757677" cy="758880"/>
          </a:xfrm>
          <a:prstGeom prst="rect">
            <a:avLst/>
          </a:prstGeom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26" name="図プレースホルダー 25"/>
          <p:cNvSpPr>
            <a:spLocks noGrp="1"/>
          </p:cNvSpPr>
          <p:nvPr>
            <p:ph type="pic" sz="quarter" idx="14" hasCustomPrompt="1"/>
          </p:nvPr>
        </p:nvSpPr>
        <p:spPr>
          <a:xfrm>
            <a:off x="760733" y="1906201"/>
            <a:ext cx="420000" cy="420065"/>
          </a:xfrm>
        </p:spPr>
        <p:txBody>
          <a:bodyPr>
            <a:normAutofit/>
          </a:bodyPr>
          <a:lstStyle>
            <a:lvl1pPr>
              <a:defRPr sz="933"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Icon</a:t>
            </a:r>
            <a:endParaRPr kumimoji="1" lang="ja-JP" altLang="en-US"/>
          </a:p>
        </p:txBody>
      </p:sp>
      <p:sp>
        <p:nvSpPr>
          <p:cNvPr id="20" name="テキスト プレースホルダー 12"/>
          <p:cNvSpPr>
            <a:spLocks noGrp="1"/>
          </p:cNvSpPr>
          <p:nvPr>
            <p:ph type="body" sz="quarter" idx="15" hasCustomPrompt="1"/>
          </p:nvPr>
        </p:nvSpPr>
        <p:spPr>
          <a:xfrm>
            <a:off x="7258855" y="2265694"/>
            <a:ext cx="4285159" cy="1371415"/>
          </a:xfrm>
        </p:spPr>
        <p:txBody>
          <a:bodyPr>
            <a:normAutofit/>
          </a:bodyPr>
          <a:lstStyle>
            <a:lvl1pPr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21" name="テキスト プレースホルダー 12"/>
          <p:cNvSpPr>
            <a:spLocks noGrp="1"/>
          </p:cNvSpPr>
          <p:nvPr>
            <p:ph type="body" sz="quarter" idx="16" hasCustomPrompt="1"/>
          </p:nvPr>
        </p:nvSpPr>
        <p:spPr>
          <a:xfrm>
            <a:off x="7258855" y="1606045"/>
            <a:ext cx="4285159" cy="498098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133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22" name="正方形/長方形 21"/>
          <p:cNvSpPr/>
          <p:nvPr userDrawn="1"/>
        </p:nvSpPr>
        <p:spPr>
          <a:xfrm>
            <a:off x="7332822" y="2116234"/>
            <a:ext cx="1218599" cy="480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23" name="円/楕円 4"/>
          <p:cNvSpPr/>
          <p:nvPr userDrawn="1"/>
        </p:nvSpPr>
        <p:spPr>
          <a:xfrm>
            <a:off x="6378576" y="1736794"/>
            <a:ext cx="757677" cy="758880"/>
          </a:xfrm>
          <a:prstGeom prst="rect">
            <a:avLst/>
          </a:prstGeom>
          <a:solidFill>
            <a:schemeClr val="accent2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24" name="図プレースホルダー 25"/>
          <p:cNvSpPr>
            <a:spLocks noGrp="1"/>
          </p:cNvSpPr>
          <p:nvPr>
            <p:ph type="pic" sz="quarter" idx="17" hasCustomPrompt="1"/>
          </p:nvPr>
        </p:nvSpPr>
        <p:spPr>
          <a:xfrm>
            <a:off x="6547414" y="1906201"/>
            <a:ext cx="420000" cy="420065"/>
          </a:xfrm>
        </p:spPr>
        <p:txBody>
          <a:bodyPr>
            <a:normAutofit/>
          </a:bodyPr>
          <a:lstStyle>
            <a:lvl1pPr>
              <a:defRPr sz="933"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Icon</a:t>
            </a:r>
            <a:endParaRPr kumimoji="1" lang="ja-JP" altLang="en-US"/>
          </a:p>
        </p:txBody>
      </p:sp>
      <p:sp>
        <p:nvSpPr>
          <p:cNvPr id="25" name="テキスト プレースホルダー 12"/>
          <p:cNvSpPr>
            <a:spLocks noGrp="1"/>
          </p:cNvSpPr>
          <p:nvPr>
            <p:ph type="body" sz="quarter" idx="18" hasCustomPrompt="1"/>
          </p:nvPr>
        </p:nvSpPr>
        <p:spPr>
          <a:xfrm>
            <a:off x="1472174" y="4509321"/>
            <a:ext cx="4285159" cy="1371415"/>
          </a:xfrm>
        </p:spPr>
        <p:txBody>
          <a:bodyPr>
            <a:normAutofit/>
          </a:bodyPr>
          <a:lstStyle>
            <a:lvl1pPr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37" name="テキスト プレースホルダー 12"/>
          <p:cNvSpPr>
            <a:spLocks noGrp="1"/>
          </p:cNvSpPr>
          <p:nvPr>
            <p:ph type="body" sz="quarter" idx="19" hasCustomPrompt="1"/>
          </p:nvPr>
        </p:nvSpPr>
        <p:spPr>
          <a:xfrm>
            <a:off x="1472174" y="3849671"/>
            <a:ext cx="4285159" cy="498098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133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1546141" y="4359860"/>
            <a:ext cx="1218599" cy="4801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39" name="円/楕円 4"/>
          <p:cNvSpPr/>
          <p:nvPr userDrawn="1"/>
        </p:nvSpPr>
        <p:spPr>
          <a:xfrm>
            <a:off x="591896" y="3980421"/>
            <a:ext cx="757677" cy="758880"/>
          </a:xfrm>
          <a:prstGeom prst="rect">
            <a:avLst/>
          </a:prstGeom>
          <a:solidFill>
            <a:schemeClr val="accent3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40" name="図プレースホルダー 25"/>
          <p:cNvSpPr>
            <a:spLocks noGrp="1"/>
          </p:cNvSpPr>
          <p:nvPr>
            <p:ph type="pic" sz="quarter" idx="20" hasCustomPrompt="1"/>
          </p:nvPr>
        </p:nvSpPr>
        <p:spPr>
          <a:xfrm>
            <a:off x="760733" y="4149827"/>
            <a:ext cx="420000" cy="420065"/>
          </a:xfrm>
        </p:spPr>
        <p:txBody>
          <a:bodyPr>
            <a:normAutofit/>
          </a:bodyPr>
          <a:lstStyle>
            <a:lvl1pPr>
              <a:defRPr sz="933"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Icon</a:t>
            </a:r>
            <a:endParaRPr kumimoji="1" lang="ja-JP" altLang="en-US"/>
          </a:p>
        </p:txBody>
      </p:sp>
      <p:sp>
        <p:nvSpPr>
          <p:cNvPr id="41" name="テキスト プレースホルダー 12"/>
          <p:cNvSpPr>
            <a:spLocks noGrp="1"/>
          </p:cNvSpPr>
          <p:nvPr>
            <p:ph type="body" sz="quarter" idx="21" hasCustomPrompt="1"/>
          </p:nvPr>
        </p:nvSpPr>
        <p:spPr>
          <a:xfrm>
            <a:off x="7258855" y="4509321"/>
            <a:ext cx="4285159" cy="1371415"/>
          </a:xfrm>
        </p:spPr>
        <p:txBody>
          <a:bodyPr>
            <a:normAutofit/>
          </a:bodyPr>
          <a:lstStyle>
            <a:lvl1pPr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42" name="テキスト プレースホルダー 12"/>
          <p:cNvSpPr>
            <a:spLocks noGrp="1"/>
          </p:cNvSpPr>
          <p:nvPr>
            <p:ph type="body" sz="quarter" idx="22" hasCustomPrompt="1"/>
          </p:nvPr>
        </p:nvSpPr>
        <p:spPr>
          <a:xfrm>
            <a:off x="7258855" y="3849671"/>
            <a:ext cx="4285159" cy="498098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133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43" name="正方形/長方形 42"/>
          <p:cNvSpPr/>
          <p:nvPr userDrawn="1"/>
        </p:nvSpPr>
        <p:spPr>
          <a:xfrm>
            <a:off x="7332822" y="4359860"/>
            <a:ext cx="1218599" cy="480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44" name="円/楕円 4"/>
          <p:cNvSpPr/>
          <p:nvPr userDrawn="1"/>
        </p:nvSpPr>
        <p:spPr>
          <a:xfrm>
            <a:off x="6378576" y="3980421"/>
            <a:ext cx="757677" cy="758880"/>
          </a:xfrm>
          <a:prstGeom prst="rect">
            <a:avLst/>
          </a:prstGeom>
          <a:solidFill>
            <a:schemeClr val="accent5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45" name="図プレースホルダー 25"/>
          <p:cNvSpPr>
            <a:spLocks noGrp="1"/>
          </p:cNvSpPr>
          <p:nvPr>
            <p:ph type="pic" sz="quarter" idx="23" hasCustomPrompt="1"/>
          </p:nvPr>
        </p:nvSpPr>
        <p:spPr>
          <a:xfrm>
            <a:off x="6547414" y="4149827"/>
            <a:ext cx="420000" cy="420065"/>
          </a:xfrm>
        </p:spPr>
        <p:txBody>
          <a:bodyPr>
            <a:normAutofit/>
          </a:bodyPr>
          <a:lstStyle>
            <a:lvl1pPr>
              <a:defRPr sz="933"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Icon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861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5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750"/>
                            </p:stCondLst>
                            <p:childTnLst>
                              <p:par>
                                <p:cTn id="27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500"/>
                            </p:stCondLst>
                            <p:childTnLst>
                              <p:par>
                                <p:cTn id="4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250"/>
                            </p:stCondLst>
                            <p:childTnLst>
                              <p:par>
                                <p:cTn id="58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475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250"/>
                            </p:stCondLst>
                            <p:childTnLst>
                              <p:par>
                                <p:cTn id="71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6000"/>
                            </p:stCondLst>
                            <p:childTnLst>
                              <p:par>
                                <p:cTn id="80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65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animBg="1"/>
      <p:bldP spid="14" grpId="0" animBg="1"/>
      <p:bldP spid="26" grpId="0"/>
      <p:bldP spid="20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animBg="1"/>
      <p:bldP spid="23" grpId="0" animBg="1"/>
      <p:bldP spid="24" grpId="0"/>
      <p:bldP spid="25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animBg="1"/>
      <p:bldP spid="39" grpId="0" animBg="1"/>
      <p:bldP spid="40" grpId="0"/>
      <p:bldP spid="41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animBg="1"/>
      <p:bldP spid="44" grpId="0" animBg="1"/>
      <p:bldP spid="45" grpId="0"/>
    </p:bldLst>
  </p:timing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Icons, Headings &amp;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/>
              <a:t>Slide Title Goes Here</a:t>
            </a:r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1298003" y="2282242"/>
            <a:ext cx="2833731" cy="1371415"/>
          </a:xfrm>
        </p:spPr>
        <p:txBody>
          <a:bodyPr>
            <a:normAutofit/>
          </a:bodyPr>
          <a:lstStyle>
            <a:lvl1pPr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6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1298003" y="1622592"/>
            <a:ext cx="2833731" cy="498098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133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7" name="正方形/長方形 6"/>
          <p:cNvSpPr/>
          <p:nvPr userDrawn="1"/>
        </p:nvSpPr>
        <p:spPr>
          <a:xfrm>
            <a:off x="1371970" y="2132782"/>
            <a:ext cx="1218599" cy="480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4" name="円/楕円 4"/>
          <p:cNvSpPr/>
          <p:nvPr userDrawn="1"/>
        </p:nvSpPr>
        <p:spPr>
          <a:xfrm>
            <a:off x="417724" y="1753342"/>
            <a:ext cx="757677" cy="758880"/>
          </a:xfrm>
          <a:prstGeom prst="rect">
            <a:avLst/>
          </a:prstGeom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26" name="図プレースホルダー 25"/>
          <p:cNvSpPr>
            <a:spLocks noGrp="1"/>
          </p:cNvSpPr>
          <p:nvPr>
            <p:ph type="pic" sz="quarter" idx="14" hasCustomPrompt="1"/>
          </p:nvPr>
        </p:nvSpPr>
        <p:spPr>
          <a:xfrm>
            <a:off x="586562" y="1922749"/>
            <a:ext cx="420000" cy="420065"/>
          </a:xfrm>
        </p:spPr>
        <p:txBody>
          <a:bodyPr>
            <a:normAutofit/>
          </a:bodyPr>
          <a:lstStyle>
            <a:lvl1pPr>
              <a:defRPr sz="933"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Icon</a:t>
            </a:r>
            <a:endParaRPr kumimoji="1" lang="ja-JP" altLang="en-US"/>
          </a:p>
        </p:txBody>
      </p:sp>
      <p:sp>
        <p:nvSpPr>
          <p:cNvPr id="32" name="テキスト プレースホルダー 12"/>
          <p:cNvSpPr>
            <a:spLocks noGrp="1"/>
          </p:cNvSpPr>
          <p:nvPr>
            <p:ph type="body" sz="quarter" idx="15" hasCustomPrompt="1"/>
          </p:nvPr>
        </p:nvSpPr>
        <p:spPr>
          <a:xfrm>
            <a:off x="5134613" y="2282242"/>
            <a:ext cx="2833731" cy="1371415"/>
          </a:xfrm>
        </p:spPr>
        <p:txBody>
          <a:bodyPr>
            <a:normAutofit/>
          </a:bodyPr>
          <a:lstStyle>
            <a:lvl1pPr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33" name="テキスト プレースホルダー 12"/>
          <p:cNvSpPr>
            <a:spLocks noGrp="1"/>
          </p:cNvSpPr>
          <p:nvPr>
            <p:ph type="body" sz="quarter" idx="16" hasCustomPrompt="1"/>
          </p:nvPr>
        </p:nvSpPr>
        <p:spPr>
          <a:xfrm>
            <a:off x="5134613" y="1622592"/>
            <a:ext cx="2833731" cy="498098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133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5208581" y="2132782"/>
            <a:ext cx="1218599" cy="480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35" name="円/楕円 4"/>
          <p:cNvSpPr/>
          <p:nvPr userDrawn="1"/>
        </p:nvSpPr>
        <p:spPr>
          <a:xfrm>
            <a:off x="4254335" y="1753342"/>
            <a:ext cx="757677" cy="758880"/>
          </a:xfrm>
          <a:prstGeom prst="rect">
            <a:avLst/>
          </a:prstGeom>
          <a:solidFill>
            <a:schemeClr val="accent2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36" name="図プレースホルダー 25"/>
          <p:cNvSpPr>
            <a:spLocks noGrp="1"/>
          </p:cNvSpPr>
          <p:nvPr>
            <p:ph type="pic" sz="quarter" idx="17" hasCustomPrompt="1"/>
          </p:nvPr>
        </p:nvSpPr>
        <p:spPr>
          <a:xfrm>
            <a:off x="4423173" y="1922749"/>
            <a:ext cx="420000" cy="420065"/>
          </a:xfrm>
        </p:spPr>
        <p:txBody>
          <a:bodyPr>
            <a:normAutofit/>
          </a:bodyPr>
          <a:lstStyle>
            <a:lvl1pPr>
              <a:defRPr sz="933"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Icon</a:t>
            </a:r>
            <a:endParaRPr kumimoji="1" lang="ja-JP" altLang="en-US"/>
          </a:p>
        </p:txBody>
      </p:sp>
      <p:sp>
        <p:nvSpPr>
          <p:cNvPr id="46" name="テキスト プレースホルダー 12"/>
          <p:cNvSpPr>
            <a:spLocks noGrp="1"/>
          </p:cNvSpPr>
          <p:nvPr>
            <p:ph type="body" sz="quarter" idx="18" hasCustomPrompt="1"/>
          </p:nvPr>
        </p:nvSpPr>
        <p:spPr>
          <a:xfrm>
            <a:off x="8993125" y="2282242"/>
            <a:ext cx="2833731" cy="1371415"/>
          </a:xfrm>
        </p:spPr>
        <p:txBody>
          <a:bodyPr>
            <a:normAutofit/>
          </a:bodyPr>
          <a:lstStyle>
            <a:lvl1pPr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47" name="テキスト プレースホルダー 12"/>
          <p:cNvSpPr>
            <a:spLocks noGrp="1"/>
          </p:cNvSpPr>
          <p:nvPr>
            <p:ph type="body" sz="quarter" idx="19" hasCustomPrompt="1"/>
          </p:nvPr>
        </p:nvSpPr>
        <p:spPr>
          <a:xfrm>
            <a:off x="8993125" y="1622592"/>
            <a:ext cx="2833731" cy="498098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133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48" name="正方形/長方形 47"/>
          <p:cNvSpPr/>
          <p:nvPr userDrawn="1"/>
        </p:nvSpPr>
        <p:spPr>
          <a:xfrm>
            <a:off x="9067092" y="2132782"/>
            <a:ext cx="1218599" cy="4801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49" name="円/楕円 4"/>
          <p:cNvSpPr/>
          <p:nvPr userDrawn="1"/>
        </p:nvSpPr>
        <p:spPr>
          <a:xfrm>
            <a:off x="8112846" y="1753342"/>
            <a:ext cx="757677" cy="758880"/>
          </a:xfrm>
          <a:prstGeom prst="rect">
            <a:avLst/>
          </a:prstGeom>
          <a:solidFill>
            <a:schemeClr val="accent3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50" name="図プレースホルダー 25"/>
          <p:cNvSpPr>
            <a:spLocks noGrp="1"/>
          </p:cNvSpPr>
          <p:nvPr>
            <p:ph type="pic" sz="quarter" idx="20" hasCustomPrompt="1"/>
          </p:nvPr>
        </p:nvSpPr>
        <p:spPr>
          <a:xfrm>
            <a:off x="8281684" y="1922749"/>
            <a:ext cx="420000" cy="420065"/>
          </a:xfrm>
        </p:spPr>
        <p:txBody>
          <a:bodyPr>
            <a:normAutofit/>
          </a:bodyPr>
          <a:lstStyle>
            <a:lvl1pPr>
              <a:defRPr sz="933"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Icon</a:t>
            </a:r>
            <a:endParaRPr kumimoji="1" lang="ja-JP" altLang="en-US"/>
          </a:p>
        </p:txBody>
      </p:sp>
      <p:sp>
        <p:nvSpPr>
          <p:cNvPr id="51" name="テキスト プレースホルダー 12"/>
          <p:cNvSpPr>
            <a:spLocks noGrp="1"/>
          </p:cNvSpPr>
          <p:nvPr>
            <p:ph type="body" sz="quarter" idx="21" hasCustomPrompt="1"/>
          </p:nvPr>
        </p:nvSpPr>
        <p:spPr>
          <a:xfrm>
            <a:off x="1298003" y="4454063"/>
            <a:ext cx="2833731" cy="1371415"/>
          </a:xfrm>
        </p:spPr>
        <p:txBody>
          <a:bodyPr>
            <a:normAutofit/>
          </a:bodyPr>
          <a:lstStyle>
            <a:lvl1pPr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52" name="テキスト プレースホルダー 12"/>
          <p:cNvSpPr>
            <a:spLocks noGrp="1"/>
          </p:cNvSpPr>
          <p:nvPr>
            <p:ph type="body" sz="quarter" idx="22" hasCustomPrompt="1"/>
          </p:nvPr>
        </p:nvSpPr>
        <p:spPr>
          <a:xfrm>
            <a:off x="1298003" y="3794414"/>
            <a:ext cx="2833731" cy="498098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133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53" name="正方形/長方形 52"/>
          <p:cNvSpPr/>
          <p:nvPr userDrawn="1"/>
        </p:nvSpPr>
        <p:spPr>
          <a:xfrm>
            <a:off x="1371970" y="4304603"/>
            <a:ext cx="1218599" cy="4801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54" name="円/楕円 4"/>
          <p:cNvSpPr/>
          <p:nvPr userDrawn="1"/>
        </p:nvSpPr>
        <p:spPr>
          <a:xfrm>
            <a:off x="417724" y="3925163"/>
            <a:ext cx="757677" cy="758880"/>
          </a:xfrm>
          <a:prstGeom prst="rect">
            <a:avLst/>
          </a:prstGeom>
          <a:solidFill>
            <a:schemeClr val="accent4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55" name="図プレースホルダー 25"/>
          <p:cNvSpPr>
            <a:spLocks noGrp="1"/>
          </p:cNvSpPr>
          <p:nvPr>
            <p:ph type="pic" sz="quarter" idx="23" hasCustomPrompt="1"/>
          </p:nvPr>
        </p:nvSpPr>
        <p:spPr>
          <a:xfrm>
            <a:off x="586562" y="4094570"/>
            <a:ext cx="420000" cy="420065"/>
          </a:xfrm>
        </p:spPr>
        <p:txBody>
          <a:bodyPr>
            <a:normAutofit/>
          </a:bodyPr>
          <a:lstStyle>
            <a:lvl1pPr>
              <a:defRPr sz="933"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Icon</a:t>
            </a:r>
            <a:endParaRPr kumimoji="1" lang="ja-JP" altLang="en-US"/>
          </a:p>
        </p:txBody>
      </p:sp>
      <p:sp>
        <p:nvSpPr>
          <p:cNvPr id="56" name="テキスト プレースホルダー 12"/>
          <p:cNvSpPr>
            <a:spLocks noGrp="1"/>
          </p:cNvSpPr>
          <p:nvPr>
            <p:ph type="body" sz="quarter" idx="24" hasCustomPrompt="1"/>
          </p:nvPr>
        </p:nvSpPr>
        <p:spPr>
          <a:xfrm>
            <a:off x="5134613" y="4454063"/>
            <a:ext cx="2833731" cy="1371415"/>
          </a:xfrm>
        </p:spPr>
        <p:txBody>
          <a:bodyPr>
            <a:normAutofit/>
          </a:bodyPr>
          <a:lstStyle>
            <a:lvl1pPr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57" name="テキスト プレースホルダー 12"/>
          <p:cNvSpPr>
            <a:spLocks noGrp="1"/>
          </p:cNvSpPr>
          <p:nvPr>
            <p:ph type="body" sz="quarter" idx="25" hasCustomPrompt="1"/>
          </p:nvPr>
        </p:nvSpPr>
        <p:spPr>
          <a:xfrm>
            <a:off x="5134613" y="3794414"/>
            <a:ext cx="2833731" cy="498098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133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58" name="正方形/長方形 57"/>
          <p:cNvSpPr/>
          <p:nvPr userDrawn="1"/>
        </p:nvSpPr>
        <p:spPr>
          <a:xfrm>
            <a:off x="5208581" y="4304603"/>
            <a:ext cx="1218599" cy="480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59" name="円/楕円 4"/>
          <p:cNvSpPr/>
          <p:nvPr userDrawn="1"/>
        </p:nvSpPr>
        <p:spPr>
          <a:xfrm>
            <a:off x="4254335" y="3925163"/>
            <a:ext cx="757677" cy="758880"/>
          </a:xfrm>
          <a:prstGeom prst="rect">
            <a:avLst/>
          </a:prstGeom>
          <a:solidFill>
            <a:schemeClr val="accent5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60" name="図プレースホルダー 25"/>
          <p:cNvSpPr>
            <a:spLocks noGrp="1"/>
          </p:cNvSpPr>
          <p:nvPr>
            <p:ph type="pic" sz="quarter" idx="26" hasCustomPrompt="1"/>
          </p:nvPr>
        </p:nvSpPr>
        <p:spPr>
          <a:xfrm>
            <a:off x="4423173" y="4094570"/>
            <a:ext cx="420000" cy="420065"/>
          </a:xfrm>
        </p:spPr>
        <p:txBody>
          <a:bodyPr>
            <a:normAutofit/>
          </a:bodyPr>
          <a:lstStyle>
            <a:lvl1pPr>
              <a:defRPr sz="933"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Icon</a:t>
            </a:r>
            <a:endParaRPr kumimoji="1" lang="ja-JP" altLang="en-US"/>
          </a:p>
        </p:txBody>
      </p:sp>
      <p:sp>
        <p:nvSpPr>
          <p:cNvPr id="61" name="テキスト プレースホルダー 12"/>
          <p:cNvSpPr>
            <a:spLocks noGrp="1"/>
          </p:cNvSpPr>
          <p:nvPr>
            <p:ph type="body" sz="quarter" idx="27" hasCustomPrompt="1"/>
          </p:nvPr>
        </p:nvSpPr>
        <p:spPr>
          <a:xfrm>
            <a:off x="8993125" y="4454063"/>
            <a:ext cx="2833731" cy="1371415"/>
          </a:xfrm>
        </p:spPr>
        <p:txBody>
          <a:bodyPr>
            <a:normAutofit/>
          </a:bodyPr>
          <a:lstStyle>
            <a:lvl1pPr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62" name="テキスト プレースホルダー 12"/>
          <p:cNvSpPr>
            <a:spLocks noGrp="1"/>
          </p:cNvSpPr>
          <p:nvPr>
            <p:ph type="body" sz="quarter" idx="28" hasCustomPrompt="1"/>
          </p:nvPr>
        </p:nvSpPr>
        <p:spPr>
          <a:xfrm>
            <a:off x="8993125" y="3794414"/>
            <a:ext cx="2833731" cy="498098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133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63" name="正方形/長方形 62"/>
          <p:cNvSpPr/>
          <p:nvPr userDrawn="1"/>
        </p:nvSpPr>
        <p:spPr>
          <a:xfrm>
            <a:off x="9067092" y="4304603"/>
            <a:ext cx="1218599" cy="4801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64" name="円/楕円 4"/>
          <p:cNvSpPr/>
          <p:nvPr userDrawn="1"/>
        </p:nvSpPr>
        <p:spPr>
          <a:xfrm>
            <a:off x="8112846" y="3925163"/>
            <a:ext cx="757677" cy="758880"/>
          </a:xfrm>
          <a:prstGeom prst="rect">
            <a:avLst/>
          </a:prstGeom>
          <a:solidFill>
            <a:schemeClr val="accent6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65" name="図プレースホルダー 25"/>
          <p:cNvSpPr>
            <a:spLocks noGrp="1"/>
          </p:cNvSpPr>
          <p:nvPr>
            <p:ph type="pic" sz="quarter" idx="29" hasCustomPrompt="1"/>
          </p:nvPr>
        </p:nvSpPr>
        <p:spPr>
          <a:xfrm>
            <a:off x="8281684" y="4094570"/>
            <a:ext cx="420000" cy="420065"/>
          </a:xfrm>
        </p:spPr>
        <p:txBody>
          <a:bodyPr>
            <a:normAutofit/>
          </a:bodyPr>
          <a:lstStyle>
            <a:lvl1pPr>
              <a:defRPr sz="933"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Icon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4173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5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750"/>
                            </p:stCondLst>
                            <p:childTnLst>
                              <p:par>
                                <p:cTn id="27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500"/>
                            </p:stCondLst>
                            <p:childTnLst>
                              <p:par>
                                <p:cTn id="4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250"/>
                            </p:stCondLst>
                            <p:childTnLst>
                              <p:par>
                                <p:cTn id="58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475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250"/>
                            </p:stCondLst>
                            <p:childTnLst>
                              <p:par>
                                <p:cTn id="71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6000"/>
                            </p:stCondLst>
                            <p:childTnLst>
                              <p:par>
                                <p:cTn id="80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65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7000"/>
                            </p:stCondLst>
                            <p:childTnLst>
                              <p:par>
                                <p:cTn id="9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7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7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7750"/>
                            </p:stCondLst>
                            <p:childTnLst>
                              <p:par>
                                <p:cTn id="102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8250"/>
                            </p:stCondLst>
                            <p:childTnLst>
                              <p:par>
                                <p:cTn id="1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8750"/>
                            </p:stCondLst>
                            <p:childTnLst>
                              <p:par>
                                <p:cTn id="11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7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7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9500"/>
                            </p:stCondLst>
                            <p:childTnLst>
                              <p:par>
                                <p:cTn id="124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0000"/>
                            </p:stCondLst>
                            <p:childTnLst>
                              <p:par>
                                <p:cTn id="1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animBg="1"/>
      <p:bldP spid="14" grpId="0" animBg="1"/>
      <p:bldP spid="26" grpId="0"/>
      <p:bldP spid="32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animBg="1"/>
      <p:bldP spid="36" grpId="0"/>
      <p:bldP spid="46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8" grpId="0" animBg="1"/>
      <p:bldP spid="49" grpId="0" animBg="1"/>
      <p:bldP spid="50" grpId="0"/>
      <p:bldP spid="51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3" grpId="0" animBg="1"/>
      <p:bldP spid="54" grpId="0" animBg="1"/>
      <p:bldP spid="55" grpId="0"/>
      <p:bldP spid="56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7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8" grpId="0" animBg="1"/>
      <p:bldP spid="59" grpId="0" animBg="1"/>
      <p:bldP spid="60" grpId="0"/>
      <p:bldP spid="61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3" grpId="0" animBg="1"/>
      <p:bldP spid="64" grpId="0" animBg="1"/>
      <p:bldP spid="65" grpId="0"/>
    </p:bldLst>
  </p:timing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Numeric Items, Headings &amp;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/>
              <a:t>Slide Title Goes Here</a:t>
            </a:r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1298003" y="2282242"/>
            <a:ext cx="2833731" cy="1371415"/>
          </a:xfrm>
        </p:spPr>
        <p:txBody>
          <a:bodyPr>
            <a:normAutofit/>
          </a:bodyPr>
          <a:lstStyle>
            <a:lvl1pPr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6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1298003" y="1622592"/>
            <a:ext cx="2833731" cy="498098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133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7" name="正方形/長方形 6"/>
          <p:cNvSpPr/>
          <p:nvPr userDrawn="1"/>
        </p:nvSpPr>
        <p:spPr>
          <a:xfrm>
            <a:off x="1371970" y="2132782"/>
            <a:ext cx="1218599" cy="480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4" name="円/楕円 4"/>
          <p:cNvSpPr/>
          <p:nvPr userDrawn="1"/>
        </p:nvSpPr>
        <p:spPr>
          <a:xfrm>
            <a:off x="417724" y="1753342"/>
            <a:ext cx="757677" cy="758880"/>
          </a:xfrm>
          <a:prstGeom prst="rect">
            <a:avLst/>
          </a:prstGeom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32" name="テキスト プレースホルダー 12"/>
          <p:cNvSpPr>
            <a:spLocks noGrp="1"/>
          </p:cNvSpPr>
          <p:nvPr>
            <p:ph type="body" sz="quarter" idx="15" hasCustomPrompt="1"/>
          </p:nvPr>
        </p:nvSpPr>
        <p:spPr>
          <a:xfrm>
            <a:off x="5134613" y="2282242"/>
            <a:ext cx="2833731" cy="1371415"/>
          </a:xfrm>
        </p:spPr>
        <p:txBody>
          <a:bodyPr>
            <a:normAutofit/>
          </a:bodyPr>
          <a:lstStyle>
            <a:lvl1pPr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33" name="テキスト プレースホルダー 12"/>
          <p:cNvSpPr>
            <a:spLocks noGrp="1"/>
          </p:cNvSpPr>
          <p:nvPr>
            <p:ph type="body" sz="quarter" idx="16" hasCustomPrompt="1"/>
          </p:nvPr>
        </p:nvSpPr>
        <p:spPr>
          <a:xfrm>
            <a:off x="5134613" y="1622592"/>
            <a:ext cx="2833731" cy="498098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133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5208581" y="2132782"/>
            <a:ext cx="1218599" cy="480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35" name="円/楕円 4"/>
          <p:cNvSpPr/>
          <p:nvPr userDrawn="1"/>
        </p:nvSpPr>
        <p:spPr>
          <a:xfrm>
            <a:off x="4254335" y="1753342"/>
            <a:ext cx="757677" cy="758880"/>
          </a:xfrm>
          <a:prstGeom prst="rect">
            <a:avLst/>
          </a:prstGeom>
          <a:solidFill>
            <a:schemeClr val="accent2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46" name="テキスト プレースホルダー 12"/>
          <p:cNvSpPr>
            <a:spLocks noGrp="1"/>
          </p:cNvSpPr>
          <p:nvPr>
            <p:ph type="body" sz="quarter" idx="18" hasCustomPrompt="1"/>
          </p:nvPr>
        </p:nvSpPr>
        <p:spPr>
          <a:xfrm>
            <a:off x="8993125" y="2282242"/>
            <a:ext cx="2833731" cy="1371415"/>
          </a:xfrm>
        </p:spPr>
        <p:txBody>
          <a:bodyPr>
            <a:normAutofit/>
          </a:bodyPr>
          <a:lstStyle>
            <a:lvl1pPr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47" name="テキスト プレースホルダー 12"/>
          <p:cNvSpPr>
            <a:spLocks noGrp="1"/>
          </p:cNvSpPr>
          <p:nvPr>
            <p:ph type="body" sz="quarter" idx="19" hasCustomPrompt="1"/>
          </p:nvPr>
        </p:nvSpPr>
        <p:spPr>
          <a:xfrm>
            <a:off x="8993125" y="1622592"/>
            <a:ext cx="2833731" cy="498098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133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48" name="正方形/長方形 47"/>
          <p:cNvSpPr/>
          <p:nvPr userDrawn="1"/>
        </p:nvSpPr>
        <p:spPr>
          <a:xfrm>
            <a:off x="9067092" y="2132782"/>
            <a:ext cx="1218599" cy="4801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49" name="円/楕円 4"/>
          <p:cNvSpPr/>
          <p:nvPr userDrawn="1"/>
        </p:nvSpPr>
        <p:spPr>
          <a:xfrm>
            <a:off x="8112846" y="1753342"/>
            <a:ext cx="757677" cy="758880"/>
          </a:xfrm>
          <a:prstGeom prst="rect">
            <a:avLst/>
          </a:prstGeom>
          <a:solidFill>
            <a:schemeClr val="accent3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51" name="テキスト プレースホルダー 12"/>
          <p:cNvSpPr>
            <a:spLocks noGrp="1"/>
          </p:cNvSpPr>
          <p:nvPr>
            <p:ph type="body" sz="quarter" idx="21" hasCustomPrompt="1"/>
          </p:nvPr>
        </p:nvSpPr>
        <p:spPr>
          <a:xfrm>
            <a:off x="1298003" y="4454063"/>
            <a:ext cx="2833731" cy="1371415"/>
          </a:xfrm>
        </p:spPr>
        <p:txBody>
          <a:bodyPr>
            <a:normAutofit/>
          </a:bodyPr>
          <a:lstStyle>
            <a:lvl1pPr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52" name="テキスト プレースホルダー 12"/>
          <p:cNvSpPr>
            <a:spLocks noGrp="1"/>
          </p:cNvSpPr>
          <p:nvPr>
            <p:ph type="body" sz="quarter" idx="22" hasCustomPrompt="1"/>
          </p:nvPr>
        </p:nvSpPr>
        <p:spPr>
          <a:xfrm>
            <a:off x="1298003" y="3794414"/>
            <a:ext cx="2833731" cy="498098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133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53" name="正方形/長方形 52"/>
          <p:cNvSpPr/>
          <p:nvPr userDrawn="1"/>
        </p:nvSpPr>
        <p:spPr>
          <a:xfrm>
            <a:off x="1371970" y="4304603"/>
            <a:ext cx="1218599" cy="4801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54" name="円/楕円 4"/>
          <p:cNvSpPr/>
          <p:nvPr userDrawn="1"/>
        </p:nvSpPr>
        <p:spPr>
          <a:xfrm>
            <a:off x="417724" y="3925163"/>
            <a:ext cx="757677" cy="758880"/>
          </a:xfrm>
          <a:prstGeom prst="rect">
            <a:avLst/>
          </a:prstGeom>
          <a:solidFill>
            <a:schemeClr val="accent4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56" name="テキスト プレースホルダー 12"/>
          <p:cNvSpPr>
            <a:spLocks noGrp="1"/>
          </p:cNvSpPr>
          <p:nvPr>
            <p:ph type="body" sz="quarter" idx="24" hasCustomPrompt="1"/>
          </p:nvPr>
        </p:nvSpPr>
        <p:spPr>
          <a:xfrm>
            <a:off x="5134613" y="4454063"/>
            <a:ext cx="2833731" cy="1371415"/>
          </a:xfrm>
        </p:spPr>
        <p:txBody>
          <a:bodyPr>
            <a:normAutofit/>
          </a:bodyPr>
          <a:lstStyle>
            <a:lvl1pPr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57" name="テキスト プレースホルダー 12"/>
          <p:cNvSpPr>
            <a:spLocks noGrp="1"/>
          </p:cNvSpPr>
          <p:nvPr>
            <p:ph type="body" sz="quarter" idx="25" hasCustomPrompt="1"/>
          </p:nvPr>
        </p:nvSpPr>
        <p:spPr>
          <a:xfrm>
            <a:off x="5134613" y="3794414"/>
            <a:ext cx="2833731" cy="498098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133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58" name="正方形/長方形 57"/>
          <p:cNvSpPr/>
          <p:nvPr userDrawn="1"/>
        </p:nvSpPr>
        <p:spPr>
          <a:xfrm>
            <a:off x="5208581" y="4304603"/>
            <a:ext cx="1218599" cy="480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59" name="円/楕円 4"/>
          <p:cNvSpPr/>
          <p:nvPr userDrawn="1"/>
        </p:nvSpPr>
        <p:spPr>
          <a:xfrm>
            <a:off x="4254335" y="3925163"/>
            <a:ext cx="757677" cy="758880"/>
          </a:xfrm>
          <a:prstGeom prst="rect">
            <a:avLst/>
          </a:prstGeom>
          <a:solidFill>
            <a:schemeClr val="accent5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61" name="テキスト プレースホルダー 12"/>
          <p:cNvSpPr>
            <a:spLocks noGrp="1"/>
          </p:cNvSpPr>
          <p:nvPr>
            <p:ph type="body" sz="quarter" idx="27" hasCustomPrompt="1"/>
          </p:nvPr>
        </p:nvSpPr>
        <p:spPr>
          <a:xfrm>
            <a:off x="8993125" y="4454063"/>
            <a:ext cx="2833731" cy="1371415"/>
          </a:xfrm>
        </p:spPr>
        <p:txBody>
          <a:bodyPr>
            <a:normAutofit/>
          </a:bodyPr>
          <a:lstStyle>
            <a:lvl1pPr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62" name="テキスト プレースホルダー 12"/>
          <p:cNvSpPr>
            <a:spLocks noGrp="1"/>
          </p:cNvSpPr>
          <p:nvPr>
            <p:ph type="body" sz="quarter" idx="28" hasCustomPrompt="1"/>
          </p:nvPr>
        </p:nvSpPr>
        <p:spPr>
          <a:xfrm>
            <a:off x="8993125" y="3794414"/>
            <a:ext cx="2833731" cy="498098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133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63" name="正方形/長方形 62"/>
          <p:cNvSpPr/>
          <p:nvPr userDrawn="1"/>
        </p:nvSpPr>
        <p:spPr>
          <a:xfrm>
            <a:off x="9067092" y="4304603"/>
            <a:ext cx="1218599" cy="4801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64" name="円/楕円 4"/>
          <p:cNvSpPr/>
          <p:nvPr userDrawn="1"/>
        </p:nvSpPr>
        <p:spPr>
          <a:xfrm>
            <a:off x="8112846" y="3925163"/>
            <a:ext cx="757677" cy="758880"/>
          </a:xfrm>
          <a:prstGeom prst="rect">
            <a:avLst/>
          </a:prstGeom>
          <a:solidFill>
            <a:schemeClr val="accent6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37" name="テキスト ボックス 36"/>
          <p:cNvSpPr txBox="1"/>
          <p:nvPr userDrawn="1"/>
        </p:nvSpPr>
        <p:spPr>
          <a:xfrm>
            <a:off x="500098" y="1896783"/>
            <a:ext cx="592929" cy="50276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en-US" altLang="ja-JP" sz="2667">
                <a:solidFill>
                  <a:schemeClr val="bg1"/>
                </a:solidFill>
              </a:rPr>
              <a:t>01</a:t>
            </a:r>
            <a:endParaRPr kumimoji="1" lang="ja-JP" altLang="en-US" sz="2667">
              <a:solidFill>
                <a:schemeClr val="bg1"/>
              </a:solidFill>
            </a:endParaRPr>
          </a:p>
        </p:txBody>
      </p:sp>
      <p:sp>
        <p:nvSpPr>
          <p:cNvPr id="38" name="テキスト ボックス 37"/>
          <p:cNvSpPr txBox="1"/>
          <p:nvPr userDrawn="1"/>
        </p:nvSpPr>
        <p:spPr>
          <a:xfrm>
            <a:off x="4336708" y="1896783"/>
            <a:ext cx="592929" cy="50276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en-US" altLang="ja-JP" sz="2667">
                <a:solidFill>
                  <a:schemeClr val="bg1"/>
                </a:solidFill>
              </a:rPr>
              <a:t>02</a:t>
            </a:r>
            <a:endParaRPr kumimoji="1" lang="ja-JP" altLang="en-US" sz="2667">
              <a:solidFill>
                <a:schemeClr val="bg1"/>
              </a:solidFill>
            </a:endParaRPr>
          </a:p>
        </p:txBody>
      </p:sp>
      <p:sp>
        <p:nvSpPr>
          <p:cNvPr id="39" name="テキスト ボックス 38"/>
          <p:cNvSpPr txBox="1"/>
          <p:nvPr userDrawn="1"/>
        </p:nvSpPr>
        <p:spPr>
          <a:xfrm>
            <a:off x="8195220" y="1896783"/>
            <a:ext cx="592929" cy="50276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en-US" altLang="ja-JP" sz="2667">
                <a:solidFill>
                  <a:schemeClr val="bg1"/>
                </a:solidFill>
              </a:rPr>
              <a:t>03</a:t>
            </a:r>
            <a:endParaRPr kumimoji="1" lang="ja-JP" altLang="en-US" sz="2667">
              <a:solidFill>
                <a:schemeClr val="bg1"/>
              </a:solidFill>
            </a:endParaRPr>
          </a:p>
        </p:txBody>
      </p:sp>
      <p:sp>
        <p:nvSpPr>
          <p:cNvPr id="40" name="テキスト ボックス 39"/>
          <p:cNvSpPr txBox="1"/>
          <p:nvPr userDrawn="1"/>
        </p:nvSpPr>
        <p:spPr>
          <a:xfrm>
            <a:off x="500098" y="4068604"/>
            <a:ext cx="592929" cy="50276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en-US" altLang="ja-JP" sz="2667">
                <a:solidFill>
                  <a:schemeClr val="bg1"/>
                </a:solidFill>
              </a:rPr>
              <a:t>04</a:t>
            </a:r>
            <a:endParaRPr kumimoji="1" lang="ja-JP" altLang="en-US" sz="2667">
              <a:solidFill>
                <a:schemeClr val="bg1"/>
              </a:solidFill>
            </a:endParaRPr>
          </a:p>
        </p:txBody>
      </p:sp>
      <p:sp>
        <p:nvSpPr>
          <p:cNvPr id="41" name="テキスト ボックス 40"/>
          <p:cNvSpPr txBox="1"/>
          <p:nvPr userDrawn="1"/>
        </p:nvSpPr>
        <p:spPr>
          <a:xfrm>
            <a:off x="4336708" y="4068604"/>
            <a:ext cx="592929" cy="50276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en-US" altLang="ja-JP" sz="2667">
                <a:solidFill>
                  <a:schemeClr val="bg1"/>
                </a:solidFill>
              </a:rPr>
              <a:t>05</a:t>
            </a:r>
            <a:endParaRPr kumimoji="1" lang="ja-JP" altLang="en-US" sz="2667">
              <a:solidFill>
                <a:schemeClr val="bg1"/>
              </a:solidFill>
            </a:endParaRPr>
          </a:p>
        </p:txBody>
      </p:sp>
      <p:sp>
        <p:nvSpPr>
          <p:cNvPr id="42" name="テキスト ボックス 41"/>
          <p:cNvSpPr txBox="1"/>
          <p:nvPr userDrawn="1"/>
        </p:nvSpPr>
        <p:spPr>
          <a:xfrm>
            <a:off x="8195220" y="4068604"/>
            <a:ext cx="592929" cy="50276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en-US" altLang="ja-JP" sz="2667">
                <a:solidFill>
                  <a:schemeClr val="bg1"/>
                </a:solidFill>
              </a:rPr>
              <a:t>06</a:t>
            </a:r>
            <a:endParaRPr kumimoji="1" lang="ja-JP" altLang="en-US" sz="2667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1741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825"/>
                            </p:stCondLst>
                            <p:childTnLst>
                              <p:par>
                                <p:cTn id="14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325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825"/>
                            </p:stCondLst>
                            <p:childTnLst>
                              <p:par>
                                <p:cTn id="27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650"/>
                            </p:stCondLst>
                            <p:childTnLst>
                              <p:par>
                                <p:cTn id="36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15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650"/>
                            </p:stCondLst>
                            <p:childTnLst>
                              <p:par>
                                <p:cTn id="4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475"/>
                            </p:stCondLst>
                            <p:childTnLst>
                              <p:par>
                                <p:cTn id="58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4975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475"/>
                            </p:stCondLst>
                            <p:childTnLst>
                              <p:par>
                                <p:cTn id="71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6300"/>
                            </p:stCondLst>
                            <p:childTnLst>
                              <p:par>
                                <p:cTn id="80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68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7300"/>
                            </p:stCondLst>
                            <p:childTnLst>
                              <p:par>
                                <p:cTn id="9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7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7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8125"/>
                            </p:stCondLst>
                            <p:childTnLst>
                              <p:par>
                                <p:cTn id="102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8625"/>
                            </p:stCondLst>
                            <p:childTnLst>
                              <p:par>
                                <p:cTn id="1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9125"/>
                            </p:stCondLst>
                            <p:childTnLst>
                              <p:par>
                                <p:cTn id="11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7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7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9950"/>
                            </p:stCondLst>
                            <p:childTnLst>
                              <p:par>
                                <p:cTn id="124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0450"/>
                            </p:stCondLst>
                            <p:childTnLst>
                              <p:par>
                                <p:cTn id="1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animBg="1"/>
      <p:bldP spid="14" grpId="0" animBg="1"/>
      <p:bldP spid="32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animBg="1"/>
      <p:bldP spid="46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8" grpId="0" animBg="1"/>
      <p:bldP spid="49" grpId="0" animBg="1"/>
      <p:bldP spid="51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3" grpId="0" animBg="1"/>
      <p:bldP spid="54" grpId="0" animBg="1"/>
      <p:bldP spid="56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7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8" grpId="0" animBg="1"/>
      <p:bldP spid="59" grpId="0" animBg="1"/>
      <p:bldP spid="61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3" grpId="0" animBg="1"/>
      <p:bldP spid="64" grpId="0" animBg="1"/>
      <p:bldP spid="37" grpId="0"/>
      <p:bldP spid="38" grpId="0"/>
      <p:bldP spid="39" grpId="0"/>
      <p:bldP spid="40" grpId="0"/>
      <p:bldP spid="41" grpId="0"/>
      <p:bldP spid="42" grpId="0"/>
    </p:bldLst>
  </p:timing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eric List - 6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/>
              <a:t>Slide Title Goes Here</a:t>
            </a:r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2447054" y="2482903"/>
            <a:ext cx="3569631" cy="375285"/>
          </a:xfrm>
        </p:spPr>
        <p:txBody>
          <a:bodyPr>
            <a:normAutofit/>
          </a:bodyPr>
          <a:lstStyle>
            <a:lvl1pPr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6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2447054" y="1871641"/>
            <a:ext cx="3569631" cy="498098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133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7" name="正方形/長方形 6"/>
          <p:cNvSpPr/>
          <p:nvPr userDrawn="1"/>
        </p:nvSpPr>
        <p:spPr>
          <a:xfrm>
            <a:off x="2521022" y="2381831"/>
            <a:ext cx="1218599" cy="480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4" name="円/楕円 4"/>
          <p:cNvSpPr/>
          <p:nvPr userDrawn="1"/>
        </p:nvSpPr>
        <p:spPr>
          <a:xfrm>
            <a:off x="1566776" y="2002391"/>
            <a:ext cx="757677" cy="758880"/>
          </a:xfrm>
          <a:prstGeom prst="rect">
            <a:avLst/>
          </a:prstGeom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37" name="テキスト ボックス 36"/>
          <p:cNvSpPr txBox="1"/>
          <p:nvPr userDrawn="1"/>
        </p:nvSpPr>
        <p:spPr>
          <a:xfrm>
            <a:off x="1649150" y="2145832"/>
            <a:ext cx="592929" cy="50276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en-US" altLang="ja-JP" sz="2667">
                <a:solidFill>
                  <a:schemeClr val="bg1"/>
                </a:solidFill>
              </a:rPr>
              <a:t>01</a:t>
            </a:r>
            <a:endParaRPr kumimoji="1" lang="ja-JP" altLang="en-US" sz="2667">
              <a:solidFill>
                <a:schemeClr val="bg1"/>
              </a:solidFill>
            </a:endParaRPr>
          </a:p>
        </p:txBody>
      </p:sp>
      <p:sp>
        <p:nvSpPr>
          <p:cNvPr id="38" name="テキスト プレースホルダー 12"/>
          <p:cNvSpPr>
            <a:spLocks noGrp="1"/>
          </p:cNvSpPr>
          <p:nvPr>
            <p:ph type="body" sz="quarter" idx="14" hasCustomPrompt="1"/>
          </p:nvPr>
        </p:nvSpPr>
        <p:spPr>
          <a:xfrm>
            <a:off x="2447054" y="3831436"/>
            <a:ext cx="3569631" cy="375285"/>
          </a:xfrm>
        </p:spPr>
        <p:txBody>
          <a:bodyPr>
            <a:normAutofit/>
          </a:bodyPr>
          <a:lstStyle>
            <a:lvl1pPr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39" name="テキスト プレースホルダー 12"/>
          <p:cNvSpPr>
            <a:spLocks noGrp="1"/>
          </p:cNvSpPr>
          <p:nvPr>
            <p:ph type="body" sz="quarter" idx="15" hasCustomPrompt="1"/>
          </p:nvPr>
        </p:nvSpPr>
        <p:spPr>
          <a:xfrm>
            <a:off x="2447054" y="3220174"/>
            <a:ext cx="3569631" cy="498098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133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40" name="正方形/長方形 39"/>
          <p:cNvSpPr/>
          <p:nvPr userDrawn="1"/>
        </p:nvSpPr>
        <p:spPr>
          <a:xfrm>
            <a:off x="2521022" y="3730363"/>
            <a:ext cx="1218599" cy="480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41" name="円/楕円 4"/>
          <p:cNvSpPr/>
          <p:nvPr userDrawn="1"/>
        </p:nvSpPr>
        <p:spPr>
          <a:xfrm>
            <a:off x="1566776" y="3350923"/>
            <a:ext cx="757677" cy="758880"/>
          </a:xfrm>
          <a:prstGeom prst="rect">
            <a:avLst/>
          </a:prstGeom>
          <a:solidFill>
            <a:schemeClr val="accent2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42" name="テキスト ボックス 41"/>
          <p:cNvSpPr txBox="1"/>
          <p:nvPr userDrawn="1"/>
        </p:nvSpPr>
        <p:spPr>
          <a:xfrm>
            <a:off x="1649150" y="3494364"/>
            <a:ext cx="592929" cy="50276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en-US" altLang="ja-JP" sz="2667">
                <a:solidFill>
                  <a:schemeClr val="bg1"/>
                </a:solidFill>
              </a:rPr>
              <a:t>02</a:t>
            </a:r>
            <a:endParaRPr kumimoji="1" lang="ja-JP" altLang="en-US" sz="2667">
              <a:solidFill>
                <a:schemeClr val="bg1"/>
              </a:solidFill>
            </a:endParaRPr>
          </a:p>
        </p:txBody>
      </p:sp>
      <p:sp>
        <p:nvSpPr>
          <p:cNvPr id="43" name="テキスト プレースホルダー 12"/>
          <p:cNvSpPr>
            <a:spLocks noGrp="1"/>
          </p:cNvSpPr>
          <p:nvPr>
            <p:ph type="body" sz="quarter" idx="16" hasCustomPrompt="1"/>
          </p:nvPr>
        </p:nvSpPr>
        <p:spPr>
          <a:xfrm>
            <a:off x="2447054" y="5179969"/>
            <a:ext cx="3569631" cy="375285"/>
          </a:xfrm>
        </p:spPr>
        <p:txBody>
          <a:bodyPr>
            <a:normAutofit/>
          </a:bodyPr>
          <a:lstStyle>
            <a:lvl1pPr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44" name="テキスト プレースホルダー 12"/>
          <p:cNvSpPr>
            <a:spLocks noGrp="1"/>
          </p:cNvSpPr>
          <p:nvPr>
            <p:ph type="body" sz="quarter" idx="17" hasCustomPrompt="1"/>
          </p:nvPr>
        </p:nvSpPr>
        <p:spPr>
          <a:xfrm>
            <a:off x="2447054" y="4568707"/>
            <a:ext cx="3569631" cy="498098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133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45" name="正方形/長方形 44"/>
          <p:cNvSpPr/>
          <p:nvPr userDrawn="1"/>
        </p:nvSpPr>
        <p:spPr>
          <a:xfrm>
            <a:off x="2521022" y="5078896"/>
            <a:ext cx="1218599" cy="4801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66" name="円/楕円 4"/>
          <p:cNvSpPr/>
          <p:nvPr userDrawn="1"/>
        </p:nvSpPr>
        <p:spPr>
          <a:xfrm>
            <a:off x="1566776" y="4699456"/>
            <a:ext cx="757677" cy="758880"/>
          </a:xfrm>
          <a:prstGeom prst="rect">
            <a:avLst/>
          </a:prstGeom>
          <a:solidFill>
            <a:schemeClr val="accent3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67" name="テキスト ボックス 66"/>
          <p:cNvSpPr txBox="1"/>
          <p:nvPr userDrawn="1"/>
        </p:nvSpPr>
        <p:spPr>
          <a:xfrm>
            <a:off x="1649150" y="4842897"/>
            <a:ext cx="592929" cy="50276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en-US" altLang="ja-JP" sz="2667">
                <a:solidFill>
                  <a:schemeClr val="bg1"/>
                </a:solidFill>
              </a:rPr>
              <a:t>03</a:t>
            </a:r>
            <a:endParaRPr kumimoji="1" lang="ja-JP" altLang="en-US" sz="2667">
              <a:solidFill>
                <a:schemeClr val="bg1"/>
              </a:solidFill>
            </a:endParaRPr>
          </a:p>
        </p:txBody>
      </p:sp>
      <p:sp>
        <p:nvSpPr>
          <p:cNvPr id="68" name="テキスト プレースホルダー 12"/>
          <p:cNvSpPr>
            <a:spLocks noGrp="1"/>
          </p:cNvSpPr>
          <p:nvPr>
            <p:ph type="body" sz="quarter" idx="18" hasCustomPrompt="1"/>
          </p:nvPr>
        </p:nvSpPr>
        <p:spPr>
          <a:xfrm>
            <a:off x="7093531" y="2482903"/>
            <a:ext cx="3569631" cy="375285"/>
          </a:xfrm>
        </p:spPr>
        <p:txBody>
          <a:bodyPr>
            <a:normAutofit/>
          </a:bodyPr>
          <a:lstStyle>
            <a:lvl1pPr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69" name="テキスト プレースホルダー 12"/>
          <p:cNvSpPr>
            <a:spLocks noGrp="1"/>
          </p:cNvSpPr>
          <p:nvPr>
            <p:ph type="body" sz="quarter" idx="19" hasCustomPrompt="1"/>
          </p:nvPr>
        </p:nvSpPr>
        <p:spPr>
          <a:xfrm>
            <a:off x="7093531" y="1871641"/>
            <a:ext cx="3569631" cy="498098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133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70" name="正方形/長方形 69"/>
          <p:cNvSpPr/>
          <p:nvPr userDrawn="1"/>
        </p:nvSpPr>
        <p:spPr>
          <a:xfrm>
            <a:off x="7167499" y="2381831"/>
            <a:ext cx="1218599" cy="4801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71" name="円/楕円 4"/>
          <p:cNvSpPr/>
          <p:nvPr userDrawn="1"/>
        </p:nvSpPr>
        <p:spPr>
          <a:xfrm>
            <a:off x="6213254" y="2002391"/>
            <a:ext cx="757677" cy="758880"/>
          </a:xfrm>
          <a:prstGeom prst="rect">
            <a:avLst/>
          </a:prstGeom>
          <a:solidFill>
            <a:schemeClr val="accent4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72" name="テキスト ボックス 71"/>
          <p:cNvSpPr txBox="1"/>
          <p:nvPr userDrawn="1"/>
        </p:nvSpPr>
        <p:spPr>
          <a:xfrm>
            <a:off x="6295627" y="2145832"/>
            <a:ext cx="592929" cy="50276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en-US" altLang="ja-JP" sz="2667">
                <a:solidFill>
                  <a:schemeClr val="bg1"/>
                </a:solidFill>
              </a:rPr>
              <a:t>04</a:t>
            </a:r>
            <a:endParaRPr kumimoji="1" lang="ja-JP" altLang="en-US" sz="2667">
              <a:solidFill>
                <a:schemeClr val="bg1"/>
              </a:solidFill>
            </a:endParaRPr>
          </a:p>
        </p:txBody>
      </p:sp>
      <p:sp>
        <p:nvSpPr>
          <p:cNvPr id="73" name="テキスト プレースホルダー 12"/>
          <p:cNvSpPr>
            <a:spLocks noGrp="1"/>
          </p:cNvSpPr>
          <p:nvPr>
            <p:ph type="body" sz="quarter" idx="20" hasCustomPrompt="1"/>
          </p:nvPr>
        </p:nvSpPr>
        <p:spPr>
          <a:xfrm>
            <a:off x="7093531" y="3831436"/>
            <a:ext cx="3569631" cy="375285"/>
          </a:xfrm>
        </p:spPr>
        <p:txBody>
          <a:bodyPr>
            <a:normAutofit/>
          </a:bodyPr>
          <a:lstStyle>
            <a:lvl1pPr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74" name="テキスト プレースホルダー 12"/>
          <p:cNvSpPr>
            <a:spLocks noGrp="1"/>
          </p:cNvSpPr>
          <p:nvPr>
            <p:ph type="body" sz="quarter" idx="21" hasCustomPrompt="1"/>
          </p:nvPr>
        </p:nvSpPr>
        <p:spPr>
          <a:xfrm>
            <a:off x="7093531" y="3220174"/>
            <a:ext cx="3569631" cy="498098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133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75" name="正方形/長方形 74"/>
          <p:cNvSpPr/>
          <p:nvPr userDrawn="1"/>
        </p:nvSpPr>
        <p:spPr>
          <a:xfrm>
            <a:off x="7167499" y="3730363"/>
            <a:ext cx="1218599" cy="480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76" name="円/楕円 4"/>
          <p:cNvSpPr/>
          <p:nvPr userDrawn="1"/>
        </p:nvSpPr>
        <p:spPr>
          <a:xfrm>
            <a:off x="6213254" y="3350923"/>
            <a:ext cx="757677" cy="758880"/>
          </a:xfrm>
          <a:prstGeom prst="rect">
            <a:avLst/>
          </a:prstGeom>
          <a:solidFill>
            <a:schemeClr val="accent5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77" name="テキスト ボックス 76"/>
          <p:cNvSpPr txBox="1"/>
          <p:nvPr userDrawn="1"/>
        </p:nvSpPr>
        <p:spPr>
          <a:xfrm>
            <a:off x="6295627" y="3494364"/>
            <a:ext cx="592929" cy="50276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en-US" altLang="ja-JP" sz="2667">
                <a:solidFill>
                  <a:schemeClr val="bg1"/>
                </a:solidFill>
              </a:rPr>
              <a:t>05</a:t>
            </a:r>
            <a:endParaRPr kumimoji="1" lang="ja-JP" altLang="en-US" sz="2667">
              <a:solidFill>
                <a:schemeClr val="bg1"/>
              </a:solidFill>
            </a:endParaRPr>
          </a:p>
        </p:txBody>
      </p:sp>
      <p:sp>
        <p:nvSpPr>
          <p:cNvPr id="78" name="テキスト プレースホルダー 12"/>
          <p:cNvSpPr>
            <a:spLocks noGrp="1"/>
          </p:cNvSpPr>
          <p:nvPr>
            <p:ph type="body" sz="quarter" idx="22" hasCustomPrompt="1"/>
          </p:nvPr>
        </p:nvSpPr>
        <p:spPr>
          <a:xfrm>
            <a:off x="7093531" y="5179969"/>
            <a:ext cx="3569631" cy="375285"/>
          </a:xfrm>
        </p:spPr>
        <p:txBody>
          <a:bodyPr>
            <a:normAutofit/>
          </a:bodyPr>
          <a:lstStyle>
            <a:lvl1pPr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79" name="テキスト プレースホルダー 12"/>
          <p:cNvSpPr>
            <a:spLocks noGrp="1"/>
          </p:cNvSpPr>
          <p:nvPr>
            <p:ph type="body" sz="quarter" idx="23" hasCustomPrompt="1"/>
          </p:nvPr>
        </p:nvSpPr>
        <p:spPr>
          <a:xfrm>
            <a:off x="7093531" y="4568707"/>
            <a:ext cx="3569631" cy="498098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133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80" name="正方形/長方形 79"/>
          <p:cNvSpPr/>
          <p:nvPr userDrawn="1"/>
        </p:nvSpPr>
        <p:spPr>
          <a:xfrm>
            <a:off x="7167499" y="5078896"/>
            <a:ext cx="1218599" cy="4801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81" name="円/楕円 4"/>
          <p:cNvSpPr/>
          <p:nvPr userDrawn="1"/>
        </p:nvSpPr>
        <p:spPr>
          <a:xfrm>
            <a:off x="6213254" y="4699456"/>
            <a:ext cx="757677" cy="758880"/>
          </a:xfrm>
          <a:prstGeom prst="rect">
            <a:avLst/>
          </a:prstGeom>
          <a:solidFill>
            <a:schemeClr val="accent6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82" name="テキスト ボックス 81"/>
          <p:cNvSpPr txBox="1"/>
          <p:nvPr userDrawn="1"/>
        </p:nvSpPr>
        <p:spPr>
          <a:xfrm>
            <a:off x="6295627" y="4842897"/>
            <a:ext cx="592929" cy="50276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en-US" altLang="ja-JP" sz="2667">
                <a:solidFill>
                  <a:schemeClr val="bg1"/>
                </a:solidFill>
              </a:rPr>
              <a:t>06</a:t>
            </a:r>
            <a:endParaRPr kumimoji="1" lang="ja-JP" altLang="en-US" sz="2667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3890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825"/>
                            </p:stCondLst>
                            <p:childTnLst>
                              <p:par>
                                <p:cTn id="14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325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825"/>
                            </p:stCondLst>
                            <p:childTnLst>
                              <p:par>
                                <p:cTn id="27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650"/>
                            </p:stCondLst>
                            <p:childTnLst>
                              <p:par>
                                <p:cTn id="36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15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650"/>
                            </p:stCondLst>
                            <p:childTnLst>
                              <p:par>
                                <p:cTn id="4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475"/>
                            </p:stCondLst>
                            <p:childTnLst>
                              <p:par>
                                <p:cTn id="58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4975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475"/>
                            </p:stCondLst>
                            <p:childTnLst>
                              <p:par>
                                <p:cTn id="71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7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7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7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7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6300"/>
                            </p:stCondLst>
                            <p:childTnLst>
                              <p:par>
                                <p:cTn id="80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68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7300"/>
                            </p:stCondLst>
                            <p:childTnLst>
                              <p:par>
                                <p:cTn id="9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7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7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7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7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8125"/>
                            </p:stCondLst>
                            <p:childTnLst>
                              <p:par>
                                <p:cTn id="102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8625"/>
                            </p:stCondLst>
                            <p:childTnLst>
                              <p:par>
                                <p:cTn id="1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9125"/>
                            </p:stCondLst>
                            <p:childTnLst>
                              <p:par>
                                <p:cTn id="11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7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7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75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75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9950"/>
                            </p:stCondLst>
                            <p:childTnLst>
                              <p:par>
                                <p:cTn id="124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0450"/>
                            </p:stCondLst>
                            <p:childTnLst>
                              <p:par>
                                <p:cTn id="1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animBg="1"/>
      <p:bldP spid="14" grpId="0" animBg="1"/>
      <p:bldP spid="37" grpId="0"/>
      <p:bldP spid="38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animBg="1"/>
      <p:bldP spid="41" grpId="0" animBg="1"/>
      <p:bldP spid="42" grpId="0"/>
      <p:bldP spid="43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0" animBg="1"/>
      <p:bldP spid="66" grpId="0" animBg="1"/>
      <p:bldP spid="67" grpId="0"/>
      <p:bldP spid="68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9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0" grpId="0" animBg="1"/>
      <p:bldP spid="71" grpId="0" animBg="1"/>
      <p:bldP spid="72" grpId="0"/>
      <p:bldP spid="73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5" grpId="0" animBg="1"/>
      <p:bldP spid="76" grpId="0" animBg="1"/>
      <p:bldP spid="77" grpId="0"/>
      <p:bldP spid="78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9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0" grpId="0" animBg="1"/>
      <p:bldP spid="81" grpId="0" animBg="1"/>
      <p:bldP spid="82" grpId="0"/>
    </p:bldLst>
  </p:timing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/>
              <a:t>Slide Title Goes Here</a:t>
            </a:r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円/楕円 4"/>
          <p:cNvSpPr/>
          <p:nvPr userDrawn="1"/>
        </p:nvSpPr>
        <p:spPr>
          <a:xfrm>
            <a:off x="1875680" y="2922710"/>
            <a:ext cx="219331" cy="219680"/>
          </a:xfrm>
          <a:prstGeom prst="rect">
            <a:avLst/>
          </a:prstGeom>
          <a:solidFill>
            <a:schemeClr val="accent1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6" name="円/楕円 4"/>
          <p:cNvSpPr/>
          <p:nvPr userDrawn="1"/>
        </p:nvSpPr>
        <p:spPr>
          <a:xfrm>
            <a:off x="1875680" y="3922517"/>
            <a:ext cx="219331" cy="219680"/>
          </a:xfrm>
          <a:prstGeom prst="rect">
            <a:avLst/>
          </a:prstGeom>
          <a:solidFill>
            <a:schemeClr val="accent2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7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2200564" y="2829076"/>
            <a:ext cx="7959436" cy="817324"/>
          </a:xfrm>
        </p:spPr>
        <p:txBody>
          <a:bodyPr anchor="t">
            <a:noAutofit/>
          </a:bodyPr>
          <a:lstStyle>
            <a:lvl1pPr>
              <a:lnSpc>
                <a:spcPct val="130000"/>
              </a:lnSpc>
              <a:spcBef>
                <a:spcPts val="0"/>
              </a:spcBef>
              <a:defRPr sz="160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8" name="テキスト プレースホルダー 12"/>
          <p:cNvSpPr>
            <a:spLocks noGrp="1"/>
          </p:cNvSpPr>
          <p:nvPr>
            <p:ph type="body" sz="quarter" idx="24" hasCustomPrompt="1"/>
          </p:nvPr>
        </p:nvSpPr>
        <p:spPr>
          <a:xfrm>
            <a:off x="2200564" y="3828883"/>
            <a:ext cx="7959436" cy="817324"/>
          </a:xfrm>
        </p:spPr>
        <p:txBody>
          <a:bodyPr anchor="t">
            <a:noAutofit/>
          </a:bodyPr>
          <a:lstStyle>
            <a:lvl1pPr>
              <a:lnSpc>
                <a:spcPct val="130000"/>
              </a:lnSpc>
              <a:spcBef>
                <a:spcPts val="0"/>
              </a:spcBef>
              <a:defRPr sz="160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848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750"/>
                            </p:stCondLst>
                            <p:childTnLst>
                              <p:par>
                                <p:cTn id="15" presetID="49" presetClass="entr" presetSubtype="0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/>
              <a:t>Slide Title Goes Here</a:t>
            </a:r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円/楕円 4"/>
          <p:cNvSpPr/>
          <p:nvPr userDrawn="1"/>
        </p:nvSpPr>
        <p:spPr>
          <a:xfrm>
            <a:off x="1875680" y="2454895"/>
            <a:ext cx="219331" cy="219680"/>
          </a:xfrm>
          <a:prstGeom prst="rect">
            <a:avLst/>
          </a:prstGeom>
          <a:solidFill>
            <a:schemeClr val="accent1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6" name="円/楕円 4"/>
          <p:cNvSpPr/>
          <p:nvPr userDrawn="1"/>
        </p:nvSpPr>
        <p:spPr>
          <a:xfrm>
            <a:off x="1875680" y="3454702"/>
            <a:ext cx="219331" cy="219680"/>
          </a:xfrm>
          <a:prstGeom prst="rect">
            <a:avLst/>
          </a:prstGeom>
          <a:solidFill>
            <a:schemeClr val="accent2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7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2200564" y="2361261"/>
            <a:ext cx="7959436" cy="817324"/>
          </a:xfrm>
        </p:spPr>
        <p:txBody>
          <a:bodyPr anchor="t">
            <a:noAutofit/>
          </a:bodyPr>
          <a:lstStyle>
            <a:lvl1pPr>
              <a:lnSpc>
                <a:spcPct val="130000"/>
              </a:lnSpc>
              <a:spcBef>
                <a:spcPts val="0"/>
              </a:spcBef>
              <a:defRPr sz="160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8" name="テキスト プレースホルダー 12"/>
          <p:cNvSpPr>
            <a:spLocks noGrp="1"/>
          </p:cNvSpPr>
          <p:nvPr>
            <p:ph type="body" sz="quarter" idx="24" hasCustomPrompt="1"/>
          </p:nvPr>
        </p:nvSpPr>
        <p:spPr>
          <a:xfrm>
            <a:off x="2200564" y="3361068"/>
            <a:ext cx="7959436" cy="817324"/>
          </a:xfrm>
        </p:spPr>
        <p:txBody>
          <a:bodyPr anchor="t">
            <a:noAutofit/>
          </a:bodyPr>
          <a:lstStyle>
            <a:lvl1pPr>
              <a:lnSpc>
                <a:spcPct val="130000"/>
              </a:lnSpc>
              <a:spcBef>
                <a:spcPts val="0"/>
              </a:spcBef>
              <a:defRPr sz="160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9" name="円/楕円 4"/>
          <p:cNvSpPr/>
          <p:nvPr userDrawn="1"/>
        </p:nvSpPr>
        <p:spPr>
          <a:xfrm>
            <a:off x="1875680" y="4454509"/>
            <a:ext cx="219331" cy="219680"/>
          </a:xfrm>
          <a:prstGeom prst="rect">
            <a:avLst/>
          </a:prstGeom>
          <a:solidFill>
            <a:schemeClr val="accent3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0" name="テキスト プレースホルダー 12"/>
          <p:cNvSpPr>
            <a:spLocks noGrp="1"/>
          </p:cNvSpPr>
          <p:nvPr>
            <p:ph type="body" sz="quarter" idx="25" hasCustomPrompt="1"/>
          </p:nvPr>
        </p:nvSpPr>
        <p:spPr>
          <a:xfrm>
            <a:off x="2200564" y="4360875"/>
            <a:ext cx="7959436" cy="817324"/>
          </a:xfrm>
        </p:spPr>
        <p:txBody>
          <a:bodyPr anchor="t">
            <a:noAutofit/>
          </a:bodyPr>
          <a:lstStyle>
            <a:lvl1pPr>
              <a:lnSpc>
                <a:spcPct val="130000"/>
              </a:lnSpc>
              <a:spcBef>
                <a:spcPts val="0"/>
              </a:spcBef>
              <a:defRPr sz="160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0238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750"/>
                            </p:stCondLst>
                            <p:childTnLst>
                              <p:par>
                                <p:cTn id="15" presetID="49" presetClass="entr" presetSubtype="0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750"/>
                            </p:stCondLst>
                            <p:childTnLst>
                              <p:par>
                                <p:cTn id="25" presetID="49" presetClass="entr" presetSubtype="0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animBg="1"/>
      <p:bldP spid="10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ulle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/>
              <a:t>Slide Title Goes Here</a:t>
            </a:r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円/楕円 4"/>
          <p:cNvSpPr/>
          <p:nvPr userDrawn="1"/>
        </p:nvSpPr>
        <p:spPr>
          <a:xfrm>
            <a:off x="1875680" y="1928652"/>
            <a:ext cx="219331" cy="219680"/>
          </a:xfrm>
          <a:prstGeom prst="rect">
            <a:avLst/>
          </a:prstGeom>
          <a:solidFill>
            <a:schemeClr val="accent1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6" name="円/楕円 4"/>
          <p:cNvSpPr/>
          <p:nvPr userDrawn="1"/>
        </p:nvSpPr>
        <p:spPr>
          <a:xfrm>
            <a:off x="1875680" y="2928459"/>
            <a:ext cx="219331" cy="219680"/>
          </a:xfrm>
          <a:prstGeom prst="rect">
            <a:avLst/>
          </a:prstGeom>
          <a:solidFill>
            <a:schemeClr val="accent2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7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2200564" y="1835018"/>
            <a:ext cx="7959436" cy="817324"/>
          </a:xfrm>
        </p:spPr>
        <p:txBody>
          <a:bodyPr anchor="t">
            <a:noAutofit/>
          </a:bodyPr>
          <a:lstStyle>
            <a:lvl1pPr>
              <a:lnSpc>
                <a:spcPct val="130000"/>
              </a:lnSpc>
              <a:spcBef>
                <a:spcPts val="0"/>
              </a:spcBef>
              <a:defRPr sz="160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8" name="テキスト プレースホルダー 12"/>
          <p:cNvSpPr>
            <a:spLocks noGrp="1"/>
          </p:cNvSpPr>
          <p:nvPr>
            <p:ph type="body" sz="quarter" idx="24" hasCustomPrompt="1"/>
          </p:nvPr>
        </p:nvSpPr>
        <p:spPr>
          <a:xfrm>
            <a:off x="2200564" y="2834825"/>
            <a:ext cx="7959436" cy="817324"/>
          </a:xfrm>
        </p:spPr>
        <p:txBody>
          <a:bodyPr anchor="t">
            <a:noAutofit/>
          </a:bodyPr>
          <a:lstStyle>
            <a:lvl1pPr>
              <a:lnSpc>
                <a:spcPct val="130000"/>
              </a:lnSpc>
              <a:spcBef>
                <a:spcPts val="0"/>
              </a:spcBef>
              <a:defRPr sz="160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9" name="円/楕円 4"/>
          <p:cNvSpPr/>
          <p:nvPr userDrawn="1"/>
        </p:nvSpPr>
        <p:spPr>
          <a:xfrm>
            <a:off x="1875680" y="3928266"/>
            <a:ext cx="219331" cy="219680"/>
          </a:xfrm>
          <a:prstGeom prst="rect">
            <a:avLst/>
          </a:prstGeom>
          <a:solidFill>
            <a:schemeClr val="accent3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0" name="テキスト プレースホルダー 12"/>
          <p:cNvSpPr>
            <a:spLocks noGrp="1"/>
          </p:cNvSpPr>
          <p:nvPr>
            <p:ph type="body" sz="quarter" idx="25" hasCustomPrompt="1"/>
          </p:nvPr>
        </p:nvSpPr>
        <p:spPr>
          <a:xfrm>
            <a:off x="2200564" y="3834632"/>
            <a:ext cx="7959436" cy="817324"/>
          </a:xfrm>
        </p:spPr>
        <p:txBody>
          <a:bodyPr anchor="t">
            <a:noAutofit/>
          </a:bodyPr>
          <a:lstStyle>
            <a:lvl1pPr>
              <a:lnSpc>
                <a:spcPct val="130000"/>
              </a:lnSpc>
              <a:spcBef>
                <a:spcPts val="0"/>
              </a:spcBef>
              <a:defRPr sz="160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11" name="円/楕円 4"/>
          <p:cNvSpPr/>
          <p:nvPr userDrawn="1"/>
        </p:nvSpPr>
        <p:spPr>
          <a:xfrm>
            <a:off x="1875680" y="4928073"/>
            <a:ext cx="219331" cy="219680"/>
          </a:xfrm>
          <a:prstGeom prst="rect">
            <a:avLst/>
          </a:prstGeom>
          <a:solidFill>
            <a:schemeClr val="accent5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2" name="テキスト プレースホルダー 12"/>
          <p:cNvSpPr>
            <a:spLocks noGrp="1"/>
          </p:cNvSpPr>
          <p:nvPr>
            <p:ph type="body" sz="quarter" idx="26" hasCustomPrompt="1"/>
          </p:nvPr>
        </p:nvSpPr>
        <p:spPr>
          <a:xfrm>
            <a:off x="2200564" y="4834439"/>
            <a:ext cx="7959436" cy="817324"/>
          </a:xfrm>
        </p:spPr>
        <p:txBody>
          <a:bodyPr anchor="t">
            <a:noAutofit/>
          </a:bodyPr>
          <a:lstStyle>
            <a:lvl1pPr>
              <a:lnSpc>
                <a:spcPct val="130000"/>
              </a:lnSpc>
              <a:spcBef>
                <a:spcPts val="0"/>
              </a:spcBef>
              <a:defRPr sz="160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5924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750"/>
                            </p:stCondLst>
                            <p:childTnLst>
                              <p:par>
                                <p:cTn id="15" presetID="49" presetClass="entr" presetSubtype="0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750"/>
                            </p:stCondLst>
                            <p:childTnLst>
                              <p:par>
                                <p:cTn id="25" presetID="49" presetClass="entr" presetSubtype="0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750"/>
                            </p:stCondLst>
                            <p:childTnLst>
                              <p:par>
                                <p:cTn id="35" presetID="49" presetClass="entr" presetSubtype="0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animBg="1"/>
      <p:bldP spid="10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animBg="1"/>
      <p:bldP spid="1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Image, Heading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/>
              <a:t>Slide Title Goes Here</a:t>
            </a:r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図プレースホルダー 19"/>
          <p:cNvSpPr>
            <a:spLocks noGrp="1"/>
          </p:cNvSpPr>
          <p:nvPr>
            <p:ph type="pic" sz="quarter" idx="23" hasCustomPrompt="1"/>
          </p:nvPr>
        </p:nvSpPr>
        <p:spPr>
          <a:xfrm>
            <a:off x="574335" y="1694012"/>
            <a:ext cx="5831368" cy="4519323"/>
          </a:xfrm>
          <a:custGeom>
            <a:avLst/>
            <a:gdLst>
              <a:gd name="connsiteX0" fmla="*/ 674702 w 8747052"/>
              <a:gd name="connsiteY0" fmla="*/ 5481938 h 6777938"/>
              <a:gd name="connsiteX1" fmla="*/ 1322702 w 8747052"/>
              <a:gd name="connsiteY1" fmla="*/ 5481938 h 6777938"/>
              <a:gd name="connsiteX2" fmla="*/ 1322702 w 8747052"/>
              <a:gd name="connsiteY2" fmla="*/ 6129938 h 6777938"/>
              <a:gd name="connsiteX3" fmla="*/ 674702 w 8747052"/>
              <a:gd name="connsiteY3" fmla="*/ 6129938 h 6777938"/>
              <a:gd name="connsiteX4" fmla="*/ 1322702 w 8747052"/>
              <a:gd name="connsiteY4" fmla="*/ 4833938 h 6777938"/>
              <a:gd name="connsiteX5" fmla="*/ 1970702 w 8747052"/>
              <a:gd name="connsiteY5" fmla="*/ 4833938 h 6777938"/>
              <a:gd name="connsiteX6" fmla="*/ 1970702 w 8747052"/>
              <a:gd name="connsiteY6" fmla="*/ 5481938 h 6777938"/>
              <a:gd name="connsiteX7" fmla="*/ 1322702 w 8747052"/>
              <a:gd name="connsiteY7" fmla="*/ 5481938 h 6777938"/>
              <a:gd name="connsiteX8" fmla="*/ 0 w 8747052"/>
              <a:gd name="connsiteY8" fmla="*/ 4833938 h 6777938"/>
              <a:gd name="connsiteX9" fmla="*/ 648000 w 8747052"/>
              <a:gd name="connsiteY9" fmla="*/ 4833938 h 6777938"/>
              <a:gd name="connsiteX10" fmla="*/ 648000 w 8747052"/>
              <a:gd name="connsiteY10" fmla="*/ 5481938 h 6777938"/>
              <a:gd name="connsiteX11" fmla="*/ 0 w 8747052"/>
              <a:gd name="connsiteY11" fmla="*/ 5481938 h 6777938"/>
              <a:gd name="connsiteX12" fmla="*/ 7451052 w 8747052"/>
              <a:gd name="connsiteY12" fmla="*/ 1296000 h 6777938"/>
              <a:gd name="connsiteX13" fmla="*/ 8099052 w 8747052"/>
              <a:gd name="connsiteY13" fmla="*/ 1296000 h 6777938"/>
              <a:gd name="connsiteX14" fmla="*/ 8099052 w 8747052"/>
              <a:gd name="connsiteY14" fmla="*/ 1944000 h 6777938"/>
              <a:gd name="connsiteX15" fmla="*/ 7451052 w 8747052"/>
              <a:gd name="connsiteY15" fmla="*/ 1944000 h 6777938"/>
              <a:gd name="connsiteX16" fmla="*/ 6803052 w 8747052"/>
              <a:gd name="connsiteY16" fmla="*/ 648000 h 6777938"/>
              <a:gd name="connsiteX17" fmla="*/ 7451052 w 8747052"/>
              <a:gd name="connsiteY17" fmla="*/ 648000 h 6777938"/>
              <a:gd name="connsiteX18" fmla="*/ 7451052 w 8747052"/>
              <a:gd name="connsiteY18" fmla="*/ 1296000 h 6777938"/>
              <a:gd name="connsiteX19" fmla="*/ 6803052 w 8747052"/>
              <a:gd name="connsiteY19" fmla="*/ 1296000 h 6777938"/>
              <a:gd name="connsiteX20" fmla="*/ 6803052 w 8747052"/>
              <a:gd name="connsiteY20" fmla="*/ 5481938 h 6777938"/>
              <a:gd name="connsiteX21" fmla="*/ 2618703 w 8747052"/>
              <a:gd name="connsiteY21" fmla="*/ 5481938 h 6777938"/>
              <a:gd name="connsiteX22" fmla="*/ 2618703 w 8747052"/>
              <a:gd name="connsiteY22" fmla="*/ 6129938 h 6777938"/>
              <a:gd name="connsiteX23" fmla="*/ 1970703 w 8747052"/>
              <a:gd name="connsiteY23" fmla="*/ 6129938 h 6777938"/>
              <a:gd name="connsiteX24" fmla="*/ 1970703 w 8747052"/>
              <a:gd name="connsiteY24" fmla="*/ 6777938 h 6777938"/>
              <a:gd name="connsiteX25" fmla="*/ 1322703 w 8747052"/>
              <a:gd name="connsiteY25" fmla="*/ 6777938 h 6777938"/>
              <a:gd name="connsiteX26" fmla="*/ 1322703 w 8747052"/>
              <a:gd name="connsiteY26" fmla="*/ 6129938 h 6777938"/>
              <a:gd name="connsiteX27" fmla="*/ 1970703 w 8747052"/>
              <a:gd name="connsiteY27" fmla="*/ 6129938 h 6777938"/>
              <a:gd name="connsiteX28" fmla="*/ 1970703 w 8747052"/>
              <a:gd name="connsiteY28" fmla="*/ 5481938 h 6777938"/>
              <a:gd name="connsiteX29" fmla="*/ 1970703 w 8747052"/>
              <a:gd name="connsiteY29" fmla="*/ 5481938 h 6777938"/>
              <a:gd name="connsiteX30" fmla="*/ 1970703 w 8747052"/>
              <a:gd name="connsiteY30" fmla="*/ 648001 h 6777938"/>
              <a:gd name="connsiteX31" fmla="*/ 6803052 w 8747052"/>
              <a:gd name="connsiteY31" fmla="*/ 648001 h 6777938"/>
              <a:gd name="connsiteX32" fmla="*/ 8099052 w 8747052"/>
              <a:gd name="connsiteY32" fmla="*/ 648000 h 6777938"/>
              <a:gd name="connsiteX33" fmla="*/ 8747052 w 8747052"/>
              <a:gd name="connsiteY33" fmla="*/ 648000 h 6777938"/>
              <a:gd name="connsiteX34" fmla="*/ 8747052 w 8747052"/>
              <a:gd name="connsiteY34" fmla="*/ 1296000 h 6777938"/>
              <a:gd name="connsiteX35" fmla="*/ 8099052 w 8747052"/>
              <a:gd name="connsiteY35" fmla="*/ 1296000 h 6777938"/>
              <a:gd name="connsiteX36" fmla="*/ 7451052 w 8747052"/>
              <a:gd name="connsiteY36" fmla="*/ 0 h 6777938"/>
              <a:gd name="connsiteX37" fmla="*/ 8099052 w 8747052"/>
              <a:gd name="connsiteY37" fmla="*/ 0 h 6777938"/>
              <a:gd name="connsiteX38" fmla="*/ 8099052 w 8747052"/>
              <a:gd name="connsiteY38" fmla="*/ 648000 h 6777938"/>
              <a:gd name="connsiteX39" fmla="*/ 7451052 w 8747052"/>
              <a:gd name="connsiteY39" fmla="*/ 648000 h 6777938"/>
              <a:gd name="connsiteX40" fmla="*/ 6155052 w 8747052"/>
              <a:gd name="connsiteY40" fmla="*/ 0 h 6777938"/>
              <a:gd name="connsiteX41" fmla="*/ 6803052 w 8747052"/>
              <a:gd name="connsiteY41" fmla="*/ 0 h 6777938"/>
              <a:gd name="connsiteX42" fmla="*/ 6803052 w 8747052"/>
              <a:gd name="connsiteY42" fmla="*/ 648000 h 6777938"/>
              <a:gd name="connsiteX43" fmla="*/ 6155052 w 8747052"/>
              <a:gd name="connsiteY43" fmla="*/ 648000 h 6777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8747052" h="6777938">
                <a:moveTo>
                  <a:pt x="674702" y="5481938"/>
                </a:moveTo>
                <a:lnTo>
                  <a:pt x="1322702" y="5481938"/>
                </a:lnTo>
                <a:lnTo>
                  <a:pt x="1322702" y="6129938"/>
                </a:lnTo>
                <a:lnTo>
                  <a:pt x="674702" y="6129938"/>
                </a:lnTo>
                <a:close/>
                <a:moveTo>
                  <a:pt x="1322702" y="4833938"/>
                </a:moveTo>
                <a:lnTo>
                  <a:pt x="1970702" y="4833938"/>
                </a:lnTo>
                <a:lnTo>
                  <a:pt x="1970702" y="5481938"/>
                </a:lnTo>
                <a:lnTo>
                  <a:pt x="1322702" y="5481938"/>
                </a:lnTo>
                <a:close/>
                <a:moveTo>
                  <a:pt x="0" y="4833938"/>
                </a:moveTo>
                <a:lnTo>
                  <a:pt x="648000" y="4833938"/>
                </a:lnTo>
                <a:lnTo>
                  <a:pt x="648000" y="5481938"/>
                </a:lnTo>
                <a:lnTo>
                  <a:pt x="0" y="5481938"/>
                </a:lnTo>
                <a:close/>
                <a:moveTo>
                  <a:pt x="7451052" y="1296000"/>
                </a:moveTo>
                <a:lnTo>
                  <a:pt x="8099052" y="1296000"/>
                </a:lnTo>
                <a:lnTo>
                  <a:pt x="8099052" y="1944000"/>
                </a:lnTo>
                <a:lnTo>
                  <a:pt x="7451052" y="1944000"/>
                </a:lnTo>
                <a:close/>
                <a:moveTo>
                  <a:pt x="6803052" y="648000"/>
                </a:moveTo>
                <a:lnTo>
                  <a:pt x="7451052" y="648000"/>
                </a:lnTo>
                <a:lnTo>
                  <a:pt x="7451052" y="1296000"/>
                </a:lnTo>
                <a:lnTo>
                  <a:pt x="6803052" y="1296000"/>
                </a:lnTo>
                <a:lnTo>
                  <a:pt x="6803052" y="5481938"/>
                </a:lnTo>
                <a:lnTo>
                  <a:pt x="2618703" y="5481938"/>
                </a:lnTo>
                <a:lnTo>
                  <a:pt x="2618703" y="6129938"/>
                </a:lnTo>
                <a:lnTo>
                  <a:pt x="1970703" y="6129938"/>
                </a:lnTo>
                <a:lnTo>
                  <a:pt x="1970703" y="6777938"/>
                </a:lnTo>
                <a:lnTo>
                  <a:pt x="1322703" y="6777938"/>
                </a:lnTo>
                <a:lnTo>
                  <a:pt x="1322703" y="6129938"/>
                </a:lnTo>
                <a:lnTo>
                  <a:pt x="1970703" y="6129938"/>
                </a:lnTo>
                <a:lnTo>
                  <a:pt x="1970703" y="5481938"/>
                </a:lnTo>
                <a:lnTo>
                  <a:pt x="1970703" y="5481938"/>
                </a:lnTo>
                <a:lnTo>
                  <a:pt x="1970703" y="648001"/>
                </a:lnTo>
                <a:lnTo>
                  <a:pt x="6803052" y="648001"/>
                </a:lnTo>
                <a:close/>
                <a:moveTo>
                  <a:pt x="8099052" y="648000"/>
                </a:moveTo>
                <a:lnTo>
                  <a:pt x="8747052" y="648000"/>
                </a:lnTo>
                <a:lnTo>
                  <a:pt x="8747052" y="1296000"/>
                </a:lnTo>
                <a:lnTo>
                  <a:pt x="8099052" y="1296000"/>
                </a:lnTo>
                <a:close/>
                <a:moveTo>
                  <a:pt x="7451052" y="0"/>
                </a:moveTo>
                <a:lnTo>
                  <a:pt x="8099052" y="0"/>
                </a:lnTo>
                <a:lnTo>
                  <a:pt x="8099052" y="648000"/>
                </a:lnTo>
                <a:lnTo>
                  <a:pt x="7451052" y="648000"/>
                </a:lnTo>
                <a:close/>
                <a:moveTo>
                  <a:pt x="6155052" y="0"/>
                </a:moveTo>
                <a:lnTo>
                  <a:pt x="6803052" y="0"/>
                </a:lnTo>
                <a:lnTo>
                  <a:pt x="6803052" y="648000"/>
                </a:lnTo>
                <a:lnTo>
                  <a:pt x="6155052" y="6480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kumimoji="1" lang="en-US" altLang="ja-JP"/>
              <a:t>Insert an image</a:t>
            </a:r>
            <a:endParaRPr kumimoji="1" lang="ja-JP" altLang="en-US"/>
          </a:p>
        </p:txBody>
      </p:sp>
      <p:sp>
        <p:nvSpPr>
          <p:cNvPr id="21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5484141" y="3853476"/>
            <a:ext cx="6030081" cy="1519453"/>
          </a:xfrm>
        </p:spPr>
        <p:txBody>
          <a:bodyPr>
            <a:normAutofit/>
          </a:bodyPr>
          <a:lstStyle>
            <a:lvl1pPr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22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5484141" y="3106729"/>
            <a:ext cx="6030081" cy="498098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23" name="正方形/長方形 22"/>
          <p:cNvSpPr/>
          <p:nvPr userDrawn="1"/>
        </p:nvSpPr>
        <p:spPr>
          <a:xfrm>
            <a:off x="5558109" y="3665306"/>
            <a:ext cx="806280" cy="480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1288667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4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0" grpId="1" animBg="1"/>
      <p:bldP spid="21" grpId="0">
        <p:tmplLst>
          <p:tmpl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animBg="1"/>
    </p:bld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Image, Heading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/>
              <a:t>Slide Title Goes Here</a:t>
            </a:r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5484141" y="3853476"/>
            <a:ext cx="6030081" cy="1519453"/>
          </a:xfrm>
        </p:spPr>
        <p:txBody>
          <a:bodyPr>
            <a:normAutofit/>
          </a:bodyPr>
          <a:lstStyle>
            <a:lvl1pPr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22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5484141" y="3106729"/>
            <a:ext cx="6030081" cy="498098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23" name="正方形/長方形 22"/>
          <p:cNvSpPr/>
          <p:nvPr userDrawn="1"/>
        </p:nvSpPr>
        <p:spPr>
          <a:xfrm>
            <a:off x="5558109" y="3665306"/>
            <a:ext cx="806280" cy="480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5" name="図プレースホルダー 14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2114876"/>
            <a:ext cx="6214912" cy="3258053"/>
          </a:xfrm>
          <a:custGeom>
            <a:avLst/>
            <a:gdLst>
              <a:gd name="connsiteX0" fmla="*/ 8026368 w 9322368"/>
              <a:gd name="connsiteY0" fmla="*/ 648000 h 4886325"/>
              <a:gd name="connsiteX1" fmla="*/ 8674368 w 9322368"/>
              <a:gd name="connsiteY1" fmla="*/ 648000 h 4886325"/>
              <a:gd name="connsiteX2" fmla="*/ 8674368 w 9322368"/>
              <a:gd name="connsiteY2" fmla="*/ 1296000 h 4886325"/>
              <a:gd name="connsiteX3" fmla="*/ 8026368 w 9322368"/>
              <a:gd name="connsiteY3" fmla="*/ 1296000 h 4886325"/>
              <a:gd name="connsiteX4" fmla="*/ 8674368 w 9322368"/>
              <a:gd name="connsiteY4" fmla="*/ 0 h 4886325"/>
              <a:gd name="connsiteX5" fmla="*/ 9322368 w 9322368"/>
              <a:gd name="connsiteY5" fmla="*/ 0 h 4886325"/>
              <a:gd name="connsiteX6" fmla="*/ 9322368 w 9322368"/>
              <a:gd name="connsiteY6" fmla="*/ 648000 h 4886325"/>
              <a:gd name="connsiteX7" fmla="*/ 8674368 w 9322368"/>
              <a:gd name="connsiteY7" fmla="*/ 648000 h 4886325"/>
              <a:gd name="connsiteX8" fmla="*/ 0 w 9322368"/>
              <a:gd name="connsiteY8" fmla="*/ 0 h 4886325"/>
              <a:gd name="connsiteX9" fmla="*/ 7378368 w 9322368"/>
              <a:gd name="connsiteY9" fmla="*/ 0 h 4886325"/>
              <a:gd name="connsiteX10" fmla="*/ 8026368 w 9322368"/>
              <a:gd name="connsiteY10" fmla="*/ 0 h 4886325"/>
              <a:gd name="connsiteX11" fmla="*/ 8026368 w 9322368"/>
              <a:gd name="connsiteY11" fmla="*/ 648000 h 4886325"/>
              <a:gd name="connsiteX12" fmla="*/ 7378368 w 9322368"/>
              <a:gd name="connsiteY12" fmla="*/ 648000 h 4886325"/>
              <a:gd name="connsiteX13" fmla="*/ 7378368 w 9322368"/>
              <a:gd name="connsiteY13" fmla="*/ 1296000 h 4886325"/>
              <a:gd name="connsiteX14" fmla="*/ 8026368 w 9322368"/>
              <a:gd name="connsiteY14" fmla="*/ 1296000 h 4886325"/>
              <a:gd name="connsiteX15" fmla="*/ 8026368 w 9322368"/>
              <a:gd name="connsiteY15" fmla="*/ 1944000 h 4886325"/>
              <a:gd name="connsiteX16" fmla="*/ 7378368 w 9322368"/>
              <a:gd name="connsiteY16" fmla="*/ 1944000 h 4886325"/>
              <a:gd name="connsiteX17" fmla="*/ 7378368 w 9322368"/>
              <a:gd name="connsiteY17" fmla="*/ 4886325 h 4886325"/>
              <a:gd name="connsiteX18" fmla="*/ 0 w 9322368"/>
              <a:gd name="connsiteY18" fmla="*/ 4886325 h 4886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9322368" h="4886325">
                <a:moveTo>
                  <a:pt x="8026368" y="648000"/>
                </a:moveTo>
                <a:lnTo>
                  <a:pt x="8674368" y="648000"/>
                </a:lnTo>
                <a:lnTo>
                  <a:pt x="8674368" y="1296000"/>
                </a:lnTo>
                <a:lnTo>
                  <a:pt x="8026368" y="1296000"/>
                </a:lnTo>
                <a:close/>
                <a:moveTo>
                  <a:pt x="8674368" y="0"/>
                </a:moveTo>
                <a:lnTo>
                  <a:pt x="9322368" y="0"/>
                </a:lnTo>
                <a:lnTo>
                  <a:pt x="9322368" y="648000"/>
                </a:lnTo>
                <a:lnTo>
                  <a:pt x="8674368" y="648000"/>
                </a:lnTo>
                <a:close/>
                <a:moveTo>
                  <a:pt x="0" y="0"/>
                </a:moveTo>
                <a:lnTo>
                  <a:pt x="7378368" y="0"/>
                </a:lnTo>
                <a:lnTo>
                  <a:pt x="8026368" y="0"/>
                </a:lnTo>
                <a:lnTo>
                  <a:pt x="8026368" y="648000"/>
                </a:lnTo>
                <a:lnTo>
                  <a:pt x="7378368" y="648000"/>
                </a:lnTo>
                <a:lnTo>
                  <a:pt x="7378368" y="1296000"/>
                </a:lnTo>
                <a:lnTo>
                  <a:pt x="8026368" y="1296000"/>
                </a:lnTo>
                <a:lnTo>
                  <a:pt x="8026368" y="1944000"/>
                </a:lnTo>
                <a:lnTo>
                  <a:pt x="7378368" y="1944000"/>
                </a:lnTo>
                <a:lnTo>
                  <a:pt x="7378368" y="4886325"/>
                </a:lnTo>
                <a:lnTo>
                  <a:pt x="0" y="488632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r>
              <a:rPr kumimoji="1" lang="en-US" altLang="ja-JP"/>
              <a:t>Insert an image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5111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>
        <p:tmplLst>
          <p:tmpl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animBg="1"/>
      <p:bldP spid="15" grpId="0" animBg="1"/>
      <p:bldP spid="15" grpId="1" animBg="1"/>
    </p:bld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Image &amp; 3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/>
              <a:t>Slide Title Goes Here</a:t>
            </a:r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図プレースホルダー 19"/>
          <p:cNvSpPr>
            <a:spLocks noGrp="1"/>
          </p:cNvSpPr>
          <p:nvPr>
            <p:ph type="pic" sz="quarter" idx="23" hasCustomPrompt="1"/>
          </p:nvPr>
        </p:nvSpPr>
        <p:spPr>
          <a:xfrm>
            <a:off x="574335" y="1694012"/>
            <a:ext cx="5831368" cy="4519323"/>
          </a:xfrm>
          <a:custGeom>
            <a:avLst/>
            <a:gdLst>
              <a:gd name="connsiteX0" fmla="*/ 674702 w 8747052"/>
              <a:gd name="connsiteY0" fmla="*/ 5481938 h 6777938"/>
              <a:gd name="connsiteX1" fmla="*/ 1322702 w 8747052"/>
              <a:gd name="connsiteY1" fmla="*/ 5481938 h 6777938"/>
              <a:gd name="connsiteX2" fmla="*/ 1322702 w 8747052"/>
              <a:gd name="connsiteY2" fmla="*/ 6129938 h 6777938"/>
              <a:gd name="connsiteX3" fmla="*/ 674702 w 8747052"/>
              <a:gd name="connsiteY3" fmla="*/ 6129938 h 6777938"/>
              <a:gd name="connsiteX4" fmla="*/ 1322702 w 8747052"/>
              <a:gd name="connsiteY4" fmla="*/ 4833938 h 6777938"/>
              <a:gd name="connsiteX5" fmla="*/ 1970702 w 8747052"/>
              <a:gd name="connsiteY5" fmla="*/ 4833938 h 6777938"/>
              <a:gd name="connsiteX6" fmla="*/ 1970702 w 8747052"/>
              <a:gd name="connsiteY6" fmla="*/ 5481938 h 6777938"/>
              <a:gd name="connsiteX7" fmla="*/ 1322702 w 8747052"/>
              <a:gd name="connsiteY7" fmla="*/ 5481938 h 6777938"/>
              <a:gd name="connsiteX8" fmla="*/ 0 w 8747052"/>
              <a:gd name="connsiteY8" fmla="*/ 4833938 h 6777938"/>
              <a:gd name="connsiteX9" fmla="*/ 648000 w 8747052"/>
              <a:gd name="connsiteY9" fmla="*/ 4833938 h 6777938"/>
              <a:gd name="connsiteX10" fmla="*/ 648000 w 8747052"/>
              <a:gd name="connsiteY10" fmla="*/ 5481938 h 6777938"/>
              <a:gd name="connsiteX11" fmla="*/ 0 w 8747052"/>
              <a:gd name="connsiteY11" fmla="*/ 5481938 h 6777938"/>
              <a:gd name="connsiteX12" fmla="*/ 7451052 w 8747052"/>
              <a:gd name="connsiteY12" fmla="*/ 1296000 h 6777938"/>
              <a:gd name="connsiteX13" fmla="*/ 8099052 w 8747052"/>
              <a:gd name="connsiteY13" fmla="*/ 1296000 h 6777938"/>
              <a:gd name="connsiteX14" fmla="*/ 8099052 w 8747052"/>
              <a:gd name="connsiteY14" fmla="*/ 1944000 h 6777938"/>
              <a:gd name="connsiteX15" fmla="*/ 7451052 w 8747052"/>
              <a:gd name="connsiteY15" fmla="*/ 1944000 h 6777938"/>
              <a:gd name="connsiteX16" fmla="*/ 6803052 w 8747052"/>
              <a:gd name="connsiteY16" fmla="*/ 648000 h 6777938"/>
              <a:gd name="connsiteX17" fmla="*/ 7451052 w 8747052"/>
              <a:gd name="connsiteY17" fmla="*/ 648000 h 6777938"/>
              <a:gd name="connsiteX18" fmla="*/ 7451052 w 8747052"/>
              <a:gd name="connsiteY18" fmla="*/ 1296000 h 6777938"/>
              <a:gd name="connsiteX19" fmla="*/ 6803052 w 8747052"/>
              <a:gd name="connsiteY19" fmla="*/ 1296000 h 6777938"/>
              <a:gd name="connsiteX20" fmla="*/ 6803052 w 8747052"/>
              <a:gd name="connsiteY20" fmla="*/ 5481938 h 6777938"/>
              <a:gd name="connsiteX21" fmla="*/ 2618703 w 8747052"/>
              <a:gd name="connsiteY21" fmla="*/ 5481938 h 6777938"/>
              <a:gd name="connsiteX22" fmla="*/ 2618703 w 8747052"/>
              <a:gd name="connsiteY22" fmla="*/ 6129938 h 6777938"/>
              <a:gd name="connsiteX23" fmla="*/ 1970703 w 8747052"/>
              <a:gd name="connsiteY23" fmla="*/ 6129938 h 6777938"/>
              <a:gd name="connsiteX24" fmla="*/ 1970703 w 8747052"/>
              <a:gd name="connsiteY24" fmla="*/ 6777938 h 6777938"/>
              <a:gd name="connsiteX25" fmla="*/ 1322703 w 8747052"/>
              <a:gd name="connsiteY25" fmla="*/ 6777938 h 6777938"/>
              <a:gd name="connsiteX26" fmla="*/ 1322703 w 8747052"/>
              <a:gd name="connsiteY26" fmla="*/ 6129938 h 6777938"/>
              <a:gd name="connsiteX27" fmla="*/ 1970703 w 8747052"/>
              <a:gd name="connsiteY27" fmla="*/ 6129938 h 6777938"/>
              <a:gd name="connsiteX28" fmla="*/ 1970703 w 8747052"/>
              <a:gd name="connsiteY28" fmla="*/ 5481938 h 6777938"/>
              <a:gd name="connsiteX29" fmla="*/ 1970703 w 8747052"/>
              <a:gd name="connsiteY29" fmla="*/ 5481938 h 6777938"/>
              <a:gd name="connsiteX30" fmla="*/ 1970703 w 8747052"/>
              <a:gd name="connsiteY30" fmla="*/ 648001 h 6777938"/>
              <a:gd name="connsiteX31" fmla="*/ 6803052 w 8747052"/>
              <a:gd name="connsiteY31" fmla="*/ 648001 h 6777938"/>
              <a:gd name="connsiteX32" fmla="*/ 8099052 w 8747052"/>
              <a:gd name="connsiteY32" fmla="*/ 648000 h 6777938"/>
              <a:gd name="connsiteX33" fmla="*/ 8747052 w 8747052"/>
              <a:gd name="connsiteY33" fmla="*/ 648000 h 6777938"/>
              <a:gd name="connsiteX34" fmla="*/ 8747052 w 8747052"/>
              <a:gd name="connsiteY34" fmla="*/ 1296000 h 6777938"/>
              <a:gd name="connsiteX35" fmla="*/ 8099052 w 8747052"/>
              <a:gd name="connsiteY35" fmla="*/ 1296000 h 6777938"/>
              <a:gd name="connsiteX36" fmla="*/ 7451052 w 8747052"/>
              <a:gd name="connsiteY36" fmla="*/ 0 h 6777938"/>
              <a:gd name="connsiteX37" fmla="*/ 8099052 w 8747052"/>
              <a:gd name="connsiteY37" fmla="*/ 0 h 6777938"/>
              <a:gd name="connsiteX38" fmla="*/ 8099052 w 8747052"/>
              <a:gd name="connsiteY38" fmla="*/ 648000 h 6777938"/>
              <a:gd name="connsiteX39" fmla="*/ 7451052 w 8747052"/>
              <a:gd name="connsiteY39" fmla="*/ 648000 h 6777938"/>
              <a:gd name="connsiteX40" fmla="*/ 6155052 w 8747052"/>
              <a:gd name="connsiteY40" fmla="*/ 0 h 6777938"/>
              <a:gd name="connsiteX41" fmla="*/ 6803052 w 8747052"/>
              <a:gd name="connsiteY41" fmla="*/ 0 h 6777938"/>
              <a:gd name="connsiteX42" fmla="*/ 6803052 w 8747052"/>
              <a:gd name="connsiteY42" fmla="*/ 648000 h 6777938"/>
              <a:gd name="connsiteX43" fmla="*/ 6155052 w 8747052"/>
              <a:gd name="connsiteY43" fmla="*/ 648000 h 6777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8747052" h="6777938">
                <a:moveTo>
                  <a:pt x="674702" y="5481938"/>
                </a:moveTo>
                <a:lnTo>
                  <a:pt x="1322702" y="5481938"/>
                </a:lnTo>
                <a:lnTo>
                  <a:pt x="1322702" y="6129938"/>
                </a:lnTo>
                <a:lnTo>
                  <a:pt x="674702" y="6129938"/>
                </a:lnTo>
                <a:close/>
                <a:moveTo>
                  <a:pt x="1322702" y="4833938"/>
                </a:moveTo>
                <a:lnTo>
                  <a:pt x="1970702" y="4833938"/>
                </a:lnTo>
                <a:lnTo>
                  <a:pt x="1970702" y="5481938"/>
                </a:lnTo>
                <a:lnTo>
                  <a:pt x="1322702" y="5481938"/>
                </a:lnTo>
                <a:close/>
                <a:moveTo>
                  <a:pt x="0" y="4833938"/>
                </a:moveTo>
                <a:lnTo>
                  <a:pt x="648000" y="4833938"/>
                </a:lnTo>
                <a:lnTo>
                  <a:pt x="648000" y="5481938"/>
                </a:lnTo>
                <a:lnTo>
                  <a:pt x="0" y="5481938"/>
                </a:lnTo>
                <a:close/>
                <a:moveTo>
                  <a:pt x="7451052" y="1296000"/>
                </a:moveTo>
                <a:lnTo>
                  <a:pt x="8099052" y="1296000"/>
                </a:lnTo>
                <a:lnTo>
                  <a:pt x="8099052" y="1944000"/>
                </a:lnTo>
                <a:lnTo>
                  <a:pt x="7451052" y="1944000"/>
                </a:lnTo>
                <a:close/>
                <a:moveTo>
                  <a:pt x="6803052" y="648000"/>
                </a:moveTo>
                <a:lnTo>
                  <a:pt x="7451052" y="648000"/>
                </a:lnTo>
                <a:lnTo>
                  <a:pt x="7451052" y="1296000"/>
                </a:lnTo>
                <a:lnTo>
                  <a:pt x="6803052" y="1296000"/>
                </a:lnTo>
                <a:lnTo>
                  <a:pt x="6803052" y="5481938"/>
                </a:lnTo>
                <a:lnTo>
                  <a:pt x="2618703" y="5481938"/>
                </a:lnTo>
                <a:lnTo>
                  <a:pt x="2618703" y="6129938"/>
                </a:lnTo>
                <a:lnTo>
                  <a:pt x="1970703" y="6129938"/>
                </a:lnTo>
                <a:lnTo>
                  <a:pt x="1970703" y="6777938"/>
                </a:lnTo>
                <a:lnTo>
                  <a:pt x="1322703" y="6777938"/>
                </a:lnTo>
                <a:lnTo>
                  <a:pt x="1322703" y="6129938"/>
                </a:lnTo>
                <a:lnTo>
                  <a:pt x="1970703" y="6129938"/>
                </a:lnTo>
                <a:lnTo>
                  <a:pt x="1970703" y="5481938"/>
                </a:lnTo>
                <a:lnTo>
                  <a:pt x="1970703" y="5481938"/>
                </a:lnTo>
                <a:lnTo>
                  <a:pt x="1970703" y="648001"/>
                </a:lnTo>
                <a:lnTo>
                  <a:pt x="6803052" y="648001"/>
                </a:lnTo>
                <a:close/>
                <a:moveTo>
                  <a:pt x="8099052" y="648000"/>
                </a:moveTo>
                <a:lnTo>
                  <a:pt x="8747052" y="648000"/>
                </a:lnTo>
                <a:lnTo>
                  <a:pt x="8747052" y="1296000"/>
                </a:lnTo>
                <a:lnTo>
                  <a:pt x="8099052" y="1296000"/>
                </a:lnTo>
                <a:close/>
                <a:moveTo>
                  <a:pt x="7451052" y="0"/>
                </a:moveTo>
                <a:lnTo>
                  <a:pt x="8099052" y="0"/>
                </a:lnTo>
                <a:lnTo>
                  <a:pt x="8099052" y="648000"/>
                </a:lnTo>
                <a:lnTo>
                  <a:pt x="7451052" y="648000"/>
                </a:lnTo>
                <a:close/>
                <a:moveTo>
                  <a:pt x="6155052" y="0"/>
                </a:moveTo>
                <a:lnTo>
                  <a:pt x="6803052" y="0"/>
                </a:lnTo>
                <a:lnTo>
                  <a:pt x="6803052" y="648000"/>
                </a:lnTo>
                <a:lnTo>
                  <a:pt x="6155052" y="6480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kumimoji="1" lang="en-US" altLang="ja-JP"/>
              <a:t>Insert an image</a:t>
            </a:r>
            <a:endParaRPr kumimoji="1" lang="ja-JP" altLang="en-US"/>
          </a:p>
        </p:txBody>
      </p:sp>
      <p:sp>
        <p:nvSpPr>
          <p:cNvPr id="9" name="円/楕円 4"/>
          <p:cNvSpPr/>
          <p:nvPr userDrawn="1"/>
        </p:nvSpPr>
        <p:spPr>
          <a:xfrm>
            <a:off x="5546594" y="3451507"/>
            <a:ext cx="291765" cy="292228"/>
          </a:xfrm>
          <a:prstGeom prst="rect">
            <a:avLst/>
          </a:prstGeom>
          <a:solidFill>
            <a:schemeClr val="accent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0" name="円/楕円 4"/>
          <p:cNvSpPr/>
          <p:nvPr userDrawn="1"/>
        </p:nvSpPr>
        <p:spPr>
          <a:xfrm>
            <a:off x="5546594" y="4098985"/>
            <a:ext cx="291765" cy="292228"/>
          </a:xfrm>
          <a:prstGeom prst="rect">
            <a:avLst/>
          </a:prstGeom>
          <a:solidFill>
            <a:schemeClr val="accent2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1" name="円/楕円 4"/>
          <p:cNvSpPr/>
          <p:nvPr userDrawn="1"/>
        </p:nvSpPr>
        <p:spPr>
          <a:xfrm>
            <a:off x="5540110" y="4746463"/>
            <a:ext cx="291765" cy="292228"/>
          </a:xfrm>
          <a:prstGeom prst="rect">
            <a:avLst/>
          </a:prstGeom>
          <a:solidFill>
            <a:schemeClr val="accent3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2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5933320" y="3348572"/>
            <a:ext cx="5952837" cy="498098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13" name="テキスト プレースホルダー 12"/>
          <p:cNvSpPr>
            <a:spLocks noGrp="1"/>
          </p:cNvSpPr>
          <p:nvPr>
            <p:ph type="body" sz="quarter" idx="24" hasCustomPrompt="1"/>
          </p:nvPr>
        </p:nvSpPr>
        <p:spPr>
          <a:xfrm>
            <a:off x="5933320" y="3996050"/>
            <a:ext cx="5952837" cy="498098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14" name="テキスト プレースホルダー 12"/>
          <p:cNvSpPr>
            <a:spLocks noGrp="1"/>
          </p:cNvSpPr>
          <p:nvPr>
            <p:ph type="body" sz="quarter" idx="25" hasCustomPrompt="1"/>
          </p:nvPr>
        </p:nvSpPr>
        <p:spPr>
          <a:xfrm>
            <a:off x="5933320" y="4643528"/>
            <a:ext cx="5952837" cy="498098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8621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4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600"/>
                            </p:stCondLst>
                            <p:childTnLst>
                              <p:par>
                                <p:cTn id="21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2" presetClass="entr" presetSubtype="2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200"/>
                            </p:stCondLst>
                            <p:childTnLst>
                              <p:par>
                                <p:cTn id="29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2" presetClass="entr" presetSubtype="2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0" grpId="1" animBg="1"/>
      <p:bldP spid="9" grpId="0" animBg="1"/>
      <p:bldP spid="10" grpId="0" animBg="1"/>
      <p:bldP spid="11" grpId="0" animBg="1"/>
      <p:bldP spid="12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/>
              <a:t>Slide Title Goes Here</a:t>
            </a:r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図プレースホルダー 64"/>
          <p:cNvSpPr>
            <a:spLocks noGrp="1"/>
          </p:cNvSpPr>
          <p:nvPr>
            <p:ph type="pic" sz="quarter" idx="43" hasCustomPrompt="1"/>
          </p:nvPr>
        </p:nvSpPr>
        <p:spPr>
          <a:xfrm>
            <a:off x="779906" y="1633901"/>
            <a:ext cx="2252377" cy="2251689"/>
          </a:xfrm>
          <a:solidFill>
            <a:schemeClr val="accent1">
              <a:lumMod val="20000"/>
              <a:lumOff val="80000"/>
            </a:schemeClr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txBody>
          <a:bodyPr>
            <a:normAutofit/>
          </a:bodyPr>
          <a:lstStyle>
            <a:lvl1pPr>
              <a:defRPr sz="1200" baseline="0"/>
            </a:lvl1pPr>
          </a:lstStyle>
          <a:p>
            <a:r>
              <a:rPr kumimoji="1" lang="en-US" altLang="ja-JP"/>
              <a:t>Insert an image</a:t>
            </a:r>
            <a:endParaRPr kumimoji="1" lang="ja-JP" altLang="en-US"/>
          </a:p>
        </p:txBody>
      </p:sp>
      <p:sp>
        <p:nvSpPr>
          <p:cNvPr id="18" name="円/楕円 4"/>
          <p:cNvSpPr/>
          <p:nvPr userDrawn="1"/>
        </p:nvSpPr>
        <p:spPr>
          <a:xfrm>
            <a:off x="756722" y="4203885"/>
            <a:ext cx="478367" cy="479127"/>
          </a:xfrm>
          <a:prstGeom prst="rect">
            <a:avLst/>
          </a:prstGeom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9" name="図プレースホルダー 25"/>
          <p:cNvSpPr>
            <a:spLocks noGrp="1"/>
          </p:cNvSpPr>
          <p:nvPr>
            <p:ph type="pic" sz="quarter" idx="44" hasCustomPrompt="1"/>
          </p:nvPr>
        </p:nvSpPr>
        <p:spPr>
          <a:xfrm>
            <a:off x="818005" y="4265520"/>
            <a:ext cx="355801" cy="355856"/>
          </a:xfrm>
        </p:spPr>
        <p:txBody>
          <a:bodyPr>
            <a:normAutofit/>
          </a:bodyPr>
          <a:lstStyle>
            <a:lvl1pPr>
              <a:defRPr sz="933"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Icon</a:t>
            </a:r>
            <a:endParaRPr kumimoji="1" lang="ja-JP" altLang="en-US"/>
          </a:p>
        </p:txBody>
      </p:sp>
      <p:sp>
        <p:nvSpPr>
          <p:cNvPr id="23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1296372" y="4246092"/>
            <a:ext cx="1735910" cy="375285"/>
          </a:xfrm>
        </p:spPr>
        <p:txBody>
          <a:bodyPr anchor="ctr">
            <a:normAutofit/>
          </a:bodyPr>
          <a:lstStyle>
            <a:lvl1pPr>
              <a:defRPr sz="1067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27" name="円/楕円 4"/>
          <p:cNvSpPr/>
          <p:nvPr userDrawn="1"/>
        </p:nvSpPr>
        <p:spPr>
          <a:xfrm>
            <a:off x="756722" y="4809305"/>
            <a:ext cx="478367" cy="479127"/>
          </a:xfrm>
          <a:prstGeom prst="rect">
            <a:avLst/>
          </a:prstGeom>
          <a:solidFill>
            <a:schemeClr val="accent2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28" name="図プレースホルダー 25"/>
          <p:cNvSpPr>
            <a:spLocks noGrp="1"/>
          </p:cNvSpPr>
          <p:nvPr>
            <p:ph type="pic" sz="quarter" idx="45" hasCustomPrompt="1"/>
          </p:nvPr>
        </p:nvSpPr>
        <p:spPr>
          <a:xfrm>
            <a:off x="818005" y="4870940"/>
            <a:ext cx="355801" cy="355856"/>
          </a:xfrm>
        </p:spPr>
        <p:txBody>
          <a:bodyPr>
            <a:normAutofit/>
          </a:bodyPr>
          <a:lstStyle>
            <a:lvl1pPr>
              <a:defRPr sz="933"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Icon</a:t>
            </a:r>
            <a:endParaRPr kumimoji="1" lang="ja-JP" altLang="en-US"/>
          </a:p>
        </p:txBody>
      </p:sp>
      <p:sp>
        <p:nvSpPr>
          <p:cNvPr id="29" name="テキスト プレースホルダー 12"/>
          <p:cNvSpPr>
            <a:spLocks noGrp="1"/>
          </p:cNvSpPr>
          <p:nvPr>
            <p:ph type="body" sz="quarter" idx="46" hasCustomPrompt="1"/>
          </p:nvPr>
        </p:nvSpPr>
        <p:spPr>
          <a:xfrm>
            <a:off x="1296372" y="4851512"/>
            <a:ext cx="1735910" cy="375285"/>
          </a:xfrm>
        </p:spPr>
        <p:txBody>
          <a:bodyPr anchor="ctr">
            <a:normAutofit/>
          </a:bodyPr>
          <a:lstStyle>
            <a:lvl1pPr>
              <a:defRPr sz="1067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30" name="円/楕円 4"/>
          <p:cNvSpPr/>
          <p:nvPr userDrawn="1"/>
        </p:nvSpPr>
        <p:spPr>
          <a:xfrm>
            <a:off x="756722" y="5434156"/>
            <a:ext cx="478367" cy="479127"/>
          </a:xfrm>
          <a:prstGeom prst="rect">
            <a:avLst/>
          </a:prstGeom>
          <a:solidFill>
            <a:schemeClr val="accent3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31" name="図プレースホルダー 25"/>
          <p:cNvSpPr>
            <a:spLocks noGrp="1"/>
          </p:cNvSpPr>
          <p:nvPr>
            <p:ph type="pic" sz="quarter" idx="47" hasCustomPrompt="1"/>
          </p:nvPr>
        </p:nvSpPr>
        <p:spPr>
          <a:xfrm>
            <a:off x="818005" y="5495791"/>
            <a:ext cx="355801" cy="355856"/>
          </a:xfrm>
        </p:spPr>
        <p:txBody>
          <a:bodyPr>
            <a:normAutofit/>
          </a:bodyPr>
          <a:lstStyle>
            <a:lvl1pPr>
              <a:defRPr sz="933"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Icon</a:t>
            </a:r>
            <a:endParaRPr kumimoji="1" lang="ja-JP" altLang="en-US"/>
          </a:p>
        </p:txBody>
      </p:sp>
      <p:sp>
        <p:nvSpPr>
          <p:cNvPr id="32" name="テキスト プレースホルダー 12"/>
          <p:cNvSpPr>
            <a:spLocks noGrp="1"/>
          </p:cNvSpPr>
          <p:nvPr>
            <p:ph type="body" sz="quarter" idx="48" hasCustomPrompt="1"/>
          </p:nvPr>
        </p:nvSpPr>
        <p:spPr>
          <a:xfrm>
            <a:off x="1296372" y="5476362"/>
            <a:ext cx="1735910" cy="375285"/>
          </a:xfrm>
        </p:spPr>
        <p:txBody>
          <a:bodyPr anchor="ctr">
            <a:normAutofit/>
          </a:bodyPr>
          <a:lstStyle>
            <a:lvl1pPr>
              <a:defRPr sz="1067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33" name="テキスト プレースホルダー 12"/>
          <p:cNvSpPr>
            <a:spLocks noGrp="1"/>
          </p:cNvSpPr>
          <p:nvPr>
            <p:ph type="body" sz="quarter" idx="49" hasCustomPrompt="1"/>
          </p:nvPr>
        </p:nvSpPr>
        <p:spPr>
          <a:xfrm>
            <a:off x="3282807" y="2431982"/>
            <a:ext cx="3854593" cy="1259532"/>
          </a:xfrm>
        </p:spPr>
        <p:txBody>
          <a:bodyPr>
            <a:normAutofit/>
          </a:bodyPr>
          <a:lstStyle>
            <a:lvl1pPr>
              <a:defRPr sz="1200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34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3282807" y="1511721"/>
            <a:ext cx="3854593" cy="498098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35" name="正方形/長方形 34"/>
          <p:cNvSpPr/>
          <p:nvPr userDrawn="1"/>
        </p:nvSpPr>
        <p:spPr>
          <a:xfrm>
            <a:off x="3356775" y="2310705"/>
            <a:ext cx="806280" cy="480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36" name="テキスト プレースホルダー 12"/>
          <p:cNvSpPr>
            <a:spLocks noGrp="1"/>
          </p:cNvSpPr>
          <p:nvPr>
            <p:ph type="body" sz="quarter" idx="50" hasCustomPrompt="1"/>
          </p:nvPr>
        </p:nvSpPr>
        <p:spPr>
          <a:xfrm>
            <a:off x="3282807" y="1892582"/>
            <a:ext cx="3854593" cy="407055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 baseline="0">
                <a:solidFill>
                  <a:schemeClr val="accent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cxnSp>
        <p:nvCxnSpPr>
          <p:cNvPr id="37" name="直線コネクタ 36"/>
          <p:cNvCxnSpPr/>
          <p:nvPr userDrawn="1"/>
        </p:nvCxnSpPr>
        <p:spPr>
          <a:xfrm>
            <a:off x="7493052" y="1744848"/>
            <a:ext cx="1" cy="513743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/>
          <p:cNvCxnSpPr>
            <a:stCxn id="39" idx="4"/>
            <a:endCxn id="44" idx="0"/>
          </p:cNvCxnSpPr>
          <p:nvPr userDrawn="1"/>
        </p:nvCxnSpPr>
        <p:spPr>
          <a:xfrm>
            <a:off x="7493052" y="2515561"/>
            <a:ext cx="0" cy="727330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コネクタ 44"/>
          <p:cNvCxnSpPr>
            <a:stCxn id="44" idx="4"/>
            <a:endCxn id="46" idx="0"/>
          </p:cNvCxnSpPr>
          <p:nvPr userDrawn="1"/>
        </p:nvCxnSpPr>
        <p:spPr>
          <a:xfrm>
            <a:off x="7493052" y="3499862"/>
            <a:ext cx="0" cy="727330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コネクタ 46"/>
          <p:cNvCxnSpPr>
            <a:stCxn id="46" idx="4"/>
          </p:cNvCxnSpPr>
          <p:nvPr userDrawn="1"/>
        </p:nvCxnSpPr>
        <p:spPr>
          <a:xfrm flipH="1">
            <a:off x="7493052" y="4484163"/>
            <a:ext cx="1" cy="727329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涙形 37"/>
          <p:cNvSpPr/>
          <p:nvPr userDrawn="1"/>
        </p:nvSpPr>
        <p:spPr>
          <a:xfrm rot="8100000">
            <a:off x="7353992" y="1569329"/>
            <a:ext cx="278119" cy="278162"/>
          </a:xfrm>
          <a:prstGeom prst="teardrop">
            <a:avLst/>
          </a:prstGeom>
          <a:solidFill>
            <a:schemeClr val="tx2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39" name="楕円 38"/>
          <p:cNvSpPr/>
          <p:nvPr userDrawn="1"/>
        </p:nvSpPr>
        <p:spPr>
          <a:xfrm>
            <a:off x="7364587" y="2258591"/>
            <a:ext cx="256931" cy="256971"/>
          </a:xfrm>
          <a:prstGeom prst="ellipse">
            <a:avLst/>
          </a:prstGeom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44" name="楕円 43"/>
          <p:cNvSpPr/>
          <p:nvPr userDrawn="1"/>
        </p:nvSpPr>
        <p:spPr>
          <a:xfrm>
            <a:off x="7364587" y="3242891"/>
            <a:ext cx="256931" cy="256971"/>
          </a:xfrm>
          <a:prstGeom prst="ellipse">
            <a:avLst/>
          </a:prstGeom>
          <a:solidFill>
            <a:schemeClr val="accent2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46" name="楕円 45"/>
          <p:cNvSpPr/>
          <p:nvPr userDrawn="1"/>
        </p:nvSpPr>
        <p:spPr>
          <a:xfrm>
            <a:off x="7364587" y="4227192"/>
            <a:ext cx="256931" cy="256971"/>
          </a:xfrm>
          <a:prstGeom prst="ellipse">
            <a:avLst/>
          </a:prstGeom>
          <a:solidFill>
            <a:schemeClr val="accent3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48" name="楕円 47"/>
          <p:cNvSpPr/>
          <p:nvPr userDrawn="1"/>
        </p:nvSpPr>
        <p:spPr>
          <a:xfrm>
            <a:off x="7364587" y="5211492"/>
            <a:ext cx="256931" cy="256971"/>
          </a:xfrm>
          <a:prstGeom prst="ellipse">
            <a:avLst/>
          </a:prstGeom>
          <a:solidFill>
            <a:schemeClr val="accent5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53" name="テキスト プレースホルダー 12"/>
          <p:cNvSpPr>
            <a:spLocks noGrp="1"/>
          </p:cNvSpPr>
          <p:nvPr>
            <p:ph type="body" sz="quarter" idx="51" hasCustomPrompt="1"/>
          </p:nvPr>
        </p:nvSpPr>
        <p:spPr>
          <a:xfrm>
            <a:off x="7689712" y="1545916"/>
            <a:ext cx="3756391" cy="324893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33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54" name="テキスト プレースホルダー 12"/>
          <p:cNvSpPr>
            <a:spLocks noGrp="1"/>
          </p:cNvSpPr>
          <p:nvPr>
            <p:ph type="body" sz="quarter" idx="52" hasCustomPrompt="1"/>
          </p:nvPr>
        </p:nvSpPr>
        <p:spPr>
          <a:xfrm>
            <a:off x="7689711" y="2224629"/>
            <a:ext cx="3756391" cy="324893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33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56" name="テキスト プレースホルダー 12"/>
          <p:cNvSpPr>
            <a:spLocks noGrp="1"/>
          </p:cNvSpPr>
          <p:nvPr>
            <p:ph type="body" sz="quarter" idx="53" hasCustomPrompt="1"/>
          </p:nvPr>
        </p:nvSpPr>
        <p:spPr>
          <a:xfrm>
            <a:off x="7689712" y="2549522"/>
            <a:ext cx="3756391" cy="582933"/>
          </a:xfrm>
        </p:spPr>
        <p:txBody>
          <a:bodyPr>
            <a:normAutofit/>
          </a:bodyPr>
          <a:lstStyle>
            <a:lvl1pPr marL="190510" indent="-190510">
              <a:spcBef>
                <a:spcPts val="0"/>
              </a:spcBef>
              <a:buFont typeface="Wingdings" panose="05000000000000000000" pitchFamily="2" charset="2"/>
              <a:buChar char="n"/>
              <a:defRPr sz="1067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60" name="テキスト プレースホルダー 12"/>
          <p:cNvSpPr>
            <a:spLocks noGrp="1"/>
          </p:cNvSpPr>
          <p:nvPr>
            <p:ph type="body" sz="quarter" idx="54" hasCustomPrompt="1"/>
          </p:nvPr>
        </p:nvSpPr>
        <p:spPr>
          <a:xfrm>
            <a:off x="7689711" y="3196192"/>
            <a:ext cx="3756391" cy="324893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33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61" name="テキスト プレースホルダー 12"/>
          <p:cNvSpPr>
            <a:spLocks noGrp="1"/>
          </p:cNvSpPr>
          <p:nvPr>
            <p:ph type="body" sz="quarter" idx="55" hasCustomPrompt="1"/>
          </p:nvPr>
        </p:nvSpPr>
        <p:spPr>
          <a:xfrm>
            <a:off x="7689712" y="3521086"/>
            <a:ext cx="3756391" cy="582933"/>
          </a:xfrm>
        </p:spPr>
        <p:txBody>
          <a:bodyPr>
            <a:normAutofit/>
          </a:bodyPr>
          <a:lstStyle>
            <a:lvl1pPr marL="190510" indent="-190510">
              <a:spcBef>
                <a:spcPts val="0"/>
              </a:spcBef>
              <a:buFont typeface="Wingdings" panose="05000000000000000000" pitchFamily="2" charset="2"/>
              <a:buChar char="n"/>
              <a:defRPr sz="1067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62" name="テキスト プレースホルダー 12"/>
          <p:cNvSpPr>
            <a:spLocks noGrp="1"/>
          </p:cNvSpPr>
          <p:nvPr>
            <p:ph type="body" sz="quarter" idx="56" hasCustomPrompt="1"/>
          </p:nvPr>
        </p:nvSpPr>
        <p:spPr>
          <a:xfrm>
            <a:off x="7689711" y="4167756"/>
            <a:ext cx="3756391" cy="324893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33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63" name="テキスト プレースホルダー 12"/>
          <p:cNvSpPr>
            <a:spLocks noGrp="1"/>
          </p:cNvSpPr>
          <p:nvPr>
            <p:ph type="body" sz="quarter" idx="57" hasCustomPrompt="1"/>
          </p:nvPr>
        </p:nvSpPr>
        <p:spPr>
          <a:xfrm>
            <a:off x="7689711" y="4492649"/>
            <a:ext cx="3756391" cy="582933"/>
          </a:xfrm>
        </p:spPr>
        <p:txBody>
          <a:bodyPr>
            <a:normAutofit/>
          </a:bodyPr>
          <a:lstStyle>
            <a:lvl1pPr marL="190510" indent="-190510">
              <a:spcBef>
                <a:spcPts val="0"/>
              </a:spcBef>
              <a:buFont typeface="Wingdings" panose="05000000000000000000" pitchFamily="2" charset="2"/>
              <a:buChar char="n"/>
              <a:defRPr sz="1067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64" name="テキスト プレースホルダー 12"/>
          <p:cNvSpPr>
            <a:spLocks noGrp="1"/>
          </p:cNvSpPr>
          <p:nvPr>
            <p:ph type="body" sz="quarter" idx="58" hasCustomPrompt="1"/>
          </p:nvPr>
        </p:nvSpPr>
        <p:spPr>
          <a:xfrm>
            <a:off x="7689710" y="5143569"/>
            <a:ext cx="3756391" cy="324893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33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65" name="テキスト プレースホルダー 12"/>
          <p:cNvSpPr>
            <a:spLocks noGrp="1"/>
          </p:cNvSpPr>
          <p:nvPr>
            <p:ph type="body" sz="quarter" idx="59" hasCustomPrompt="1"/>
          </p:nvPr>
        </p:nvSpPr>
        <p:spPr>
          <a:xfrm>
            <a:off x="7689711" y="5468463"/>
            <a:ext cx="3756391" cy="582933"/>
          </a:xfrm>
        </p:spPr>
        <p:txBody>
          <a:bodyPr>
            <a:normAutofit/>
          </a:bodyPr>
          <a:lstStyle>
            <a:lvl1pPr marL="190510" indent="-190510">
              <a:spcBef>
                <a:spcPts val="0"/>
              </a:spcBef>
              <a:buFont typeface="Wingdings" panose="05000000000000000000" pitchFamily="2" charset="2"/>
              <a:buChar char="n"/>
              <a:defRPr sz="1067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66" name="テキスト プレースホルダー 12"/>
          <p:cNvSpPr>
            <a:spLocks noGrp="1"/>
          </p:cNvSpPr>
          <p:nvPr>
            <p:ph type="body" sz="quarter" idx="60" hasCustomPrompt="1"/>
          </p:nvPr>
        </p:nvSpPr>
        <p:spPr>
          <a:xfrm>
            <a:off x="3282807" y="3812974"/>
            <a:ext cx="3851399" cy="324893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33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67" name="テキスト プレースホルダー 12"/>
          <p:cNvSpPr>
            <a:spLocks noGrp="1"/>
          </p:cNvSpPr>
          <p:nvPr>
            <p:ph type="body" sz="quarter" idx="61" hasCustomPrompt="1"/>
          </p:nvPr>
        </p:nvSpPr>
        <p:spPr>
          <a:xfrm>
            <a:off x="3282807" y="4137867"/>
            <a:ext cx="3851399" cy="762408"/>
          </a:xfrm>
        </p:spPr>
        <p:txBody>
          <a:bodyPr numCol="2">
            <a:normAutofit/>
          </a:bodyPr>
          <a:lstStyle>
            <a:lvl1pPr marL="190510" indent="-190510">
              <a:spcBef>
                <a:spcPts val="0"/>
              </a:spcBef>
              <a:buFont typeface="Wingdings" panose="05000000000000000000" pitchFamily="2" charset="2"/>
              <a:buChar char="n"/>
              <a:defRPr sz="1067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68" name="テキスト プレースホルダー 12"/>
          <p:cNvSpPr>
            <a:spLocks noGrp="1"/>
          </p:cNvSpPr>
          <p:nvPr>
            <p:ph type="body" sz="quarter" idx="62" hasCustomPrompt="1"/>
          </p:nvPr>
        </p:nvSpPr>
        <p:spPr>
          <a:xfrm>
            <a:off x="3282807" y="4984115"/>
            <a:ext cx="3851399" cy="324893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33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69" name="テキスト プレースホルダー 12"/>
          <p:cNvSpPr>
            <a:spLocks noGrp="1"/>
          </p:cNvSpPr>
          <p:nvPr>
            <p:ph type="body" sz="quarter" idx="63" hasCustomPrompt="1"/>
          </p:nvPr>
        </p:nvSpPr>
        <p:spPr>
          <a:xfrm>
            <a:off x="3282807" y="5309009"/>
            <a:ext cx="3851399" cy="767219"/>
          </a:xfrm>
        </p:spPr>
        <p:txBody>
          <a:bodyPr numCol="2">
            <a:normAutofit/>
          </a:bodyPr>
          <a:lstStyle>
            <a:lvl1pPr marL="190510" indent="-190510">
              <a:spcBef>
                <a:spcPts val="0"/>
              </a:spcBef>
              <a:buFont typeface="Wingdings" panose="05000000000000000000" pitchFamily="2" charset="2"/>
              <a:buChar char="n"/>
              <a:defRPr sz="1067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8509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0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500"/>
                            </p:stCondLst>
                            <p:childTnLst>
                              <p:par>
                                <p:cTn id="60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75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75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250"/>
                            </p:stCondLst>
                            <p:childTnLst>
                              <p:par>
                                <p:cTn id="77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6000"/>
                            </p:stCondLst>
                            <p:childTnLst>
                              <p:par>
                                <p:cTn id="8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6500"/>
                            </p:stCondLst>
                            <p:childTnLst>
                              <p:par>
                                <p:cTn id="86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7250"/>
                            </p:stCondLst>
                            <p:childTnLst>
                              <p:par>
                                <p:cTn id="9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7750"/>
                            </p:stCondLst>
                            <p:childTnLst>
                              <p:par>
                                <p:cTn id="95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8750"/>
                            </p:stCondLst>
                            <p:childTnLst>
                              <p:par>
                                <p:cTn id="10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9250"/>
                            </p:stCondLst>
                            <p:childTnLst>
                              <p:par>
                                <p:cTn id="10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9750"/>
                            </p:stCondLst>
                            <p:childTnLst>
                              <p:par>
                                <p:cTn id="10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0250"/>
                            </p:stCondLst>
                            <p:childTnLst>
                              <p:par>
                                <p:cTn id="113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0750"/>
                            </p:stCondLst>
                            <p:childTnLst>
                              <p:par>
                                <p:cTn id="1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1250"/>
                            </p:stCondLst>
                            <p:childTnLst>
                              <p:par>
                                <p:cTn id="1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11750"/>
                            </p:stCondLst>
                            <p:childTnLst>
                              <p:par>
                                <p:cTn id="1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2250"/>
                            </p:stCondLst>
                            <p:childTnLst>
                              <p:par>
                                <p:cTn id="13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2750"/>
                            </p:stCondLst>
                            <p:childTnLst>
                              <p:par>
                                <p:cTn id="1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13250"/>
                            </p:stCondLst>
                            <p:childTnLst>
                              <p:par>
                                <p:cTn id="1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13750"/>
                            </p:stCondLst>
                            <p:childTnLst>
                              <p:par>
                                <p:cTn id="1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14250"/>
                            </p:stCondLst>
                            <p:childTnLst>
                              <p:par>
                                <p:cTn id="147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14750"/>
                            </p:stCondLst>
                            <p:childTnLst>
                              <p:par>
                                <p:cTn id="1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15250"/>
                            </p:stCondLst>
                            <p:childTnLst>
                              <p:par>
                                <p:cTn id="15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15750"/>
                            </p:stCondLst>
                            <p:childTnLst>
                              <p:par>
                                <p:cTn id="1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16250"/>
                            </p:stCondLst>
                            <p:childTnLst>
                              <p:par>
                                <p:cTn id="164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16750"/>
                            </p:stCondLst>
                            <p:childTnLst>
                              <p:par>
                                <p:cTn id="1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8" grpId="0" animBg="1"/>
      <p:bldP spid="19" grpId="0"/>
      <p:bldP spid="23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animBg="1"/>
      <p:bldP spid="28" grpId="0"/>
      <p:bldP spid="29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animBg="1"/>
      <p:bldP spid="31" grpId="0"/>
      <p:bldP spid="32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>
        <p:tmplLst>
          <p:tmpl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2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animBg="1"/>
      <p:bldP spid="36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animBg="1"/>
      <p:bldP spid="39" grpId="0" animBg="1"/>
      <p:bldP spid="44" grpId="0" animBg="1"/>
      <p:bldP spid="46" grpId="0" animBg="1"/>
      <p:bldP spid="48" grpId="0" animBg="1"/>
      <p:bldP spid="53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4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6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0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1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3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4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5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6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7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8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9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, Captions &amp;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/>
              <a:t>Slide Title Goes Here</a:t>
            </a:r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7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748591" y="4520737"/>
            <a:ext cx="2459831" cy="1144637"/>
          </a:xfrm>
        </p:spPr>
        <p:txBody>
          <a:bodyPr>
            <a:normAutofit/>
          </a:bodyPr>
          <a:lstStyle>
            <a:lvl1pPr algn="ctr"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38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748591" y="3893176"/>
            <a:ext cx="2459831" cy="498098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Caption Goes Here</a:t>
            </a:r>
            <a:endParaRPr kumimoji="1" lang="ja-JP" altLang="en-US"/>
          </a:p>
        </p:txBody>
      </p:sp>
      <p:sp>
        <p:nvSpPr>
          <p:cNvPr id="39" name="正方形/長方形 38"/>
          <p:cNvSpPr/>
          <p:nvPr userDrawn="1"/>
        </p:nvSpPr>
        <p:spPr>
          <a:xfrm>
            <a:off x="1369207" y="4371276"/>
            <a:ext cx="1218599" cy="480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65" name="図プレースホルダー 64"/>
          <p:cNvSpPr>
            <a:spLocks noGrp="1"/>
          </p:cNvSpPr>
          <p:nvPr>
            <p:ph type="pic" sz="quarter" idx="43" hasCustomPrompt="1"/>
          </p:nvPr>
        </p:nvSpPr>
        <p:spPr>
          <a:xfrm>
            <a:off x="1015763" y="1821407"/>
            <a:ext cx="1925487" cy="1924899"/>
          </a:xfrm>
          <a:solidFill>
            <a:schemeClr val="accent1">
              <a:lumMod val="20000"/>
              <a:lumOff val="80000"/>
            </a:schemeClr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txBody>
          <a:bodyPr/>
          <a:lstStyle>
            <a:lvl1pPr>
              <a:defRPr sz="1200" baseline="0"/>
            </a:lvl1pPr>
          </a:lstStyle>
          <a:p>
            <a:r>
              <a:rPr kumimoji="1" lang="en-US" altLang="ja-JP"/>
              <a:t>Insert an image</a:t>
            </a:r>
            <a:endParaRPr kumimoji="1" lang="ja-JP" altLang="en-US"/>
          </a:p>
        </p:txBody>
      </p:sp>
      <p:sp>
        <p:nvSpPr>
          <p:cNvPr id="66" name="図プレースホルダー 64"/>
          <p:cNvSpPr>
            <a:spLocks noGrp="1"/>
          </p:cNvSpPr>
          <p:nvPr>
            <p:ph type="pic" sz="quarter" idx="44" hasCustomPrompt="1"/>
          </p:nvPr>
        </p:nvSpPr>
        <p:spPr>
          <a:xfrm>
            <a:off x="3833783" y="1821407"/>
            <a:ext cx="1925487" cy="1924899"/>
          </a:xfrm>
          <a:solidFill>
            <a:schemeClr val="accent2">
              <a:lumMod val="20000"/>
              <a:lumOff val="80000"/>
            </a:schemeClr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txBody>
          <a:bodyPr>
            <a:normAutofit/>
          </a:bodyPr>
          <a:lstStyle>
            <a:lvl1pPr marL="0" marR="0" indent="0" algn="l" defTabSz="914324" rtl="0" eaLnBrk="1" fontAlgn="auto" latinLnBrk="0" hangingPunct="1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lvl1pPr>
          </a:lstStyle>
          <a:p>
            <a:r>
              <a:rPr kumimoji="1" lang="en-US" altLang="ja-JP"/>
              <a:t>Insert an image</a:t>
            </a:r>
            <a:endParaRPr kumimoji="1" lang="ja-JP" altLang="en-US"/>
          </a:p>
          <a:p>
            <a:endParaRPr kumimoji="1" lang="ja-JP" altLang="en-US"/>
          </a:p>
        </p:txBody>
      </p:sp>
      <p:sp>
        <p:nvSpPr>
          <p:cNvPr id="67" name="図プレースホルダー 64"/>
          <p:cNvSpPr>
            <a:spLocks noGrp="1"/>
          </p:cNvSpPr>
          <p:nvPr>
            <p:ph type="pic" sz="quarter" idx="45" hasCustomPrompt="1"/>
          </p:nvPr>
        </p:nvSpPr>
        <p:spPr>
          <a:xfrm>
            <a:off x="6651804" y="1821407"/>
            <a:ext cx="1925487" cy="1924899"/>
          </a:xfrm>
          <a:solidFill>
            <a:schemeClr val="accent3">
              <a:lumMod val="20000"/>
              <a:lumOff val="80000"/>
            </a:schemeClr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txBody>
          <a:bodyPr>
            <a:normAutofit/>
          </a:bodyPr>
          <a:lstStyle>
            <a:lvl1pPr marL="0" marR="0" indent="0" algn="l" defTabSz="914324" rtl="0" eaLnBrk="1" fontAlgn="auto" latinLnBrk="0" hangingPunct="1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lvl1pPr>
          </a:lstStyle>
          <a:p>
            <a:r>
              <a:rPr kumimoji="1" lang="en-US" altLang="ja-JP"/>
              <a:t>Insert an image</a:t>
            </a:r>
            <a:endParaRPr kumimoji="1" lang="ja-JP" altLang="en-US"/>
          </a:p>
          <a:p>
            <a:endParaRPr kumimoji="1" lang="ja-JP" altLang="en-US"/>
          </a:p>
        </p:txBody>
      </p:sp>
      <p:sp>
        <p:nvSpPr>
          <p:cNvPr id="68" name="図プレースホルダー 64"/>
          <p:cNvSpPr>
            <a:spLocks noGrp="1"/>
          </p:cNvSpPr>
          <p:nvPr>
            <p:ph type="pic" sz="quarter" idx="46" hasCustomPrompt="1"/>
          </p:nvPr>
        </p:nvSpPr>
        <p:spPr>
          <a:xfrm>
            <a:off x="9469825" y="1821407"/>
            <a:ext cx="1925487" cy="1924899"/>
          </a:xfrm>
          <a:solidFill>
            <a:schemeClr val="accent5">
              <a:lumMod val="20000"/>
              <a:lumOff val="80000"/>
            </a:schemeClr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txBody>
          <a:bodyPr>
            <a:normAutofit/>
          </a:bodyPr>
          <a:lstStyle>
            <a:lvl1pPr marL="0" marR="0" indent="0" algn="l" defTabSz="914324" rtl="0" eaLnBrk="1" fontAlgn="auto" latinLnBrk="0" hangingPunct="1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lvl1pPr>
          </a:lstStyle>
          <a:p>
            <a:r>
              <a:rPr kumimoji="1" lang="en-US" altLang="ja-JP"/>
              <a:t>Insert an image</a:t>
            </a:r>
            <a:endParaRPr kumimoji="1" lang="ja-JP" altLang="en-US"/>
          </a:p>
          <a:p>
            <a:endParaRPr kumimoji="1" lang="ja-JP" altLang="en-US"/>
          </a:p>
        </p:txBody>
      </p:sp>
      <p:sp>
        <p:nvSpPr>
          <p:cNvPr id="72" name="テキスト プレースホルダー 12"/>
          <p:cNvSpPr>
            <a:spLocks noGrp="1"/>
          </p:cNvSpPr>
          <p:nvPr>
            <p:ph type="body" sz="quarter" idx="47" hasCustomPrompt="1"/>
          </p:nvPr>
        </p:nvSpPr>
        <p:spPr>
          <a:xfrm>
            <a:off x="3566611" y="4520737"/>
            <a:ext cx="2459831" cy="1144637"/>
          </a:xfrm>
        </p:spPr>
        <p:txBody>
          <a:bodyPr>
            <a:normAutofit/>
          </a:bodyPr>
          <a:lstStyle>
            <a:lvl1pPr algn="ctr"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73" name="テキスト プレースホルダー 12"/>
          <p:cNvSpPr>
            <a:spLocks noGrp="1"/>
          </p:cNvSpPr>
          <p:nvPr>
            <p:ph type="body" sz="quarter" idx="48" hasCustomPrompt="1"/>
          </p:nvPr>
        </p:nvSpPr>
        <p:spPr>
          <a:xfrm>
            <a:off x="3566611" y="3893176"/>
            <a:ext cx="2459831" cy="498098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Caption Goes Here</a:t>
            </a:r>
            <a:endParaRPr kumimoji="1" lang="ja-JP" altLang="en-US"/>
          </a:p>
        </p:txBody>
      </p:sp>
      <p:sp>
        <p:nvSpPr>
          <p:cNvPr id="74" name="正方形/長方形 73"/>
          <p:cNvSpPr/>
          <p:nvPr userDrawn="1"/>
        </p:nvSpPr>
        <p:spPr>
          <a:xfrm>
            <a:off x="4187227" y="4371276"/>
            <a:ext cx="1218599" cy="480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75" name="テキスト プレースホルダー 12"/>
          <p:cNvSpPr>
            <a:spLocks noGrp="1"/>
          </p:cNvSpPr>
          <p:nvPr>
            <p:ph type="body" sz="quarter" idx="49" hasCustomPrompt="1"/>
          </p:nvPr>
        </p:nvSpPr>
        <p:spPr>
          <a:xfrm>
            <a:off x="6384632" y="4520737"/>
            <a:ext cx="2459831" cy="1144637"/>
          </a:xfrm>
        </p:spPr>
        <p:txBody>
          <a:bodyPr>
            <a:normAutofit/>
          </a:bodyPr>
          <a:lstStyle>
            <a:lvl1pPr algn="ctr"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76" name="テキスト プレースホルダー 12"/>
          <p:cNvSpPr>
            <a:spLocks noGrp="1"/>
          </p:cNvSpPr>
          <p:nvPr>
            <p:ph type="body" sz="quarter" idx="50" hasCustomPrompt="1"/>
          </p:nvPr>
        </p:nvSpPr>
        <p:spPr>
          <a:xfrm>
            <a:off x="6384632" y="3893176"/>
            <a:ext cx="2459831" cy="498098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Caption Goes Here</a:t>
            </a:r>
            <a:endParaRPr kumimoji="1" lang="ja-JP" altLang="en-US"/>
          </a:p>
        </p:txBody>
      </p:sp>
      <p:sp>
        <p:nvSpPr>
          <p:cNvPr id="77" name="正方形/長方形 76"/>
          <p:cNvSpPr/>
          <p:nvPr userDrawn="1"/>
        </p:nvSpPr>
        <p:spPr>
          <a:xfrm>
            <a:off x="7005248" y="4371276"/>
            <a:ext cx="1218599" cy="4801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78" name="テキスト プレースホルダー 12"/>
          <p:cNvSpPr>
            <a:spLocks noGrp="1"/>
          </p:cNvSpPr>
          <p:nvPr>
            <p:ph type="body" sz="quarter" idx="51" hasCustomPrompt="1"/>
          </p:nvPr>
        </p:nvSpPr>
        <p:spPr>
          <a:xfrm>
            <a:off x="9202653" y="4520737"/>
            <a:ext cx="2459831" cy="1144637"/>
          </a:xfrm>
        </p:spPr>
        <p:txBody>
          <a:bodyPr>
            <a:normAutofit/>
          </a:bodyPr>
          <a:lstStyle>
            <a:lvl1pPr algn="ctr"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79" name="テキスト プレースホルダー 12"/>
          <p:cNvSpPr>
            <a:spLocks noGrp="1"/>
          </p:cNvSpPr>
          <p:nvPr>
            <p:ph type="body" sz="quarter" idx="52" hasCustomPrompt="1"/>
          </p:nvPr>
        </p:nvSpPr>
        <p:spPr>
          <a:xfrm>
            <a:off x="9202653" y="3893176"/>
            <a:ext cx="2459831" cy="498098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Caption Goes Here</a:t>
            </a:r>
            <a:endParaRPr kumimoji="1" lang="ja-JP" altLang="en-US"/>
          </a:p>
        </p:txBody>
      </p:sp>
      <p:sp>
        <p:nvSpPr>
          <p:cNvPr id="80" name="正方形/長方形 79"/>
          <p:cNvSpPr/>
          <p:nvPr userDrawn="1"/>
        </p:nvSpPr>
        <p:spPr>
          <a:xfrm>
            <a:off x="9823269" y="4371276"/>
            <a:ext cx="1218599" cy="480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2946264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1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600"/>
                            </p:stCondLst>
                            <p:childTnLst>
                              <p:par>
                                <p:cTn id="2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100"/>
                            </p:stCondLst>
                            <p:childTnLst>
                              <p:par>
                                <p:cTn id="2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7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200"/>
                            </p:stCondLst>
                            <p:childTnLst>
                              <p:par>
                                <p:cTn id="3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700"/>
                            </p:stCondLst>
                            <p:childTnLst>
                              <p:par>
                                <p:cTn id="4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3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800"/>
                            </p:stCondLst>
                            <p:childTnLst>
                              <p:par>
                                <p:cTn id="56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300"/>
                            </p:stCondLst>
                            <p:childTnLst>
                              <p:par>
                                <p:cTn id="6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9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animBg="1"/>
      <p:bldP spid="65" grpId="0" animBg="1"/>
      <p:bldP spid="66" grpId="0" animBg="1"/>
      <p:bldP spid="67" grpId="0" animBg="1"/>
      <p:bldP spid="68" grpId="0" animBg="1"/>
      <p:bldP spid="72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3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4" grpId="0" animBg="1"/>
      <p:bldP spid="75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6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7" grpId="0" animBg="1"/>
      <p:bldP spid="78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9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0" grpId="0" animBg="1"/>
    </p:bldLst>
  </p:timing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Images,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/>
              <a:t>Slide Title Goes Here</a:t>
            </a:r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8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622800" y="3138432"/>
            <a:ext cx="2459831" cy="498098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Caption</a:t>
            </a:r>
            <a:r>
              <a:rPr kumimoji="1" lang="ja-JP" altLang="en-US"/>
              <a:t> </a:t>
            </a:r>
            <a:r>
              <a:rPr kumimoji="1" lang="en-US" altLang="ja-JP"/>
              <a:t>Goes</a:t>
            </a:r>
            <a:r>
              <a:rPr kumimoji="1" lang="ja-JP" altLang="en-US"/>
              <a:t> </a:t>
            </a:r>
            <a:r>
              <a:rPr kumimoji="1" lang="en-US" altLang="ja-JP"/>
              <a:t>Here</a:t>
            </a:r>
            <a:endParaRPr kumimoji="1" lang="ja-JP" altLang="en-US"/>
          </a:p>
        </p:txBody>
      </p:sp>
      <p:sp>
        <p:nvSpPr>
          <p:cNvPr id="65" name="図プレースホルダー 64"/>
          <p:cNvSpPr>
            <a:spLocks noGrp="1"/>
          </p:cNvSpPr>
          <p:nvPr>
            <p:ph type="pic" sz="quarter" idx="43" hasCustomPrompt="1"/>
          </p:nvPr>
        </p:nvSpPr>
        <p:spPr>
          <a:xfrm>
            <a:off x="989705" y="1412941"/>
            <a:ext cx="1726019" cy="1725491"/>
          </a:xfrm>
          <a:solidFill>
            <a:schemeClr val="accent1">
              <a:lumMod val="20000"/>
              <a:lumOff val="80000"/>
            </a:schemeClr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txBody>
          <a:bodyPr/>
          <a:lstStyle>
            <a:lvl1pPr>
              <a:defRPr sz="1200" baseline="0"/>
            </a:lvl1pPr>
          </a:lstStyle>
          <a:p>
            <a:r>
              <a:rPr kumimoji="1" lang="en-US" altLang="ja-JP"/>
              <a:t>Insert an image</a:t>
            </a:r>
            <a:endParaRPr kumimoji="1" lang="ja-JP" altLang="en-US"/>
          </a:p>
        </p:txBody>
      </p:sp>
      <p:sp>
        <p:nvSpPr>
          <p:cNvPr id="66" name="図プレースホルダー 64"/>
          <p:cNvSpPr>
            <a:spLocks noGrp="1"/>
          </p:cNvSpPr>
          <p:nvPr>
            <p:ph type="pic" sz="quarter" idx="44" hasCustomPrompt="1"/>
          </p:nvPr>
        </p:nvSpPr>
        <p:spPr>
          <a:xfrm>
            <a:off x="3807726" y="1412941"/>
            <a:ext cx="1726019" cy="1725491"/>
          </a:xfrm>
          <a:solidFill>
            <a:schemeClr val="accent2">
              <a:lumMod val="20000"/>
              <a:lumOff val="80000"/>
            </a:schemeClr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txBody>
          <a:bodyPr>
            <a:normAutofit/>
          </a:bodyPr>
          <a:lstStyle>
            <a:lvl1pPr marL="0" marR="0" indent="0" algn="l" defTabSz="914324" rtl="0" eaLnBrk="1" fontAlgn="auto" latinLnBrk="0" hangingPunct="1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lvl1pPr>
          </a:lstStyle>
          <a:p>
            <a:r>
              <a:rPr kumimoji="1" lang="en-US" altLang="ja-JP"/>
              <a:t>Insert an image</a:t>
            </a:r>
            <a:endParaRPr kumimoji="1" lang="ja-JP" altLang="en-US"/>
          </a:p>
          <a:p>
            <a:endParaRPr kumimoji="1" lang="ja-JP" altLang="en-US"/>
          </a:p>
        </p:txBody>
      </p:sp>
      <p:sp>
        <p:nvSpPr>
          <p:cNvPr id="67" name="図プレースホルダー 64"/>
          <p:cNvSpPr>
            <a:spLocks noGrp="1"/>
          </p:cNvSpPr>
          <p:nvPr>
            <p:ph type="pic" sz="quarter" idx="45" hasCustomPrompt="1"/>
          </p:nvPr>
        </p:nvSpPr>
        <p:spPr>
          <a:xfrm>
            <a:off x="6625747" y="1412941"/>
            <a:ext cx="1726019" cy="1725491"/>
          </a:xfrm>
          <a:solidFill>
            <a:schemeClr val="accent3">
              <a:lumMod val="20000"/>
              <a:lumOff val="80000"/>
            </a:schemeClr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txBody>
          <a:bodyPr>
            <a:normAutofit/>
          </a:bodyPr>
          <a:lstStyle>
            <a:lvl1pPr marL="0" marR="0" indent="0" algn="l" defTabSz="914324" rtl="0" eaLnBrk="1" fontAlgn="auto" latinLnBrk="0" hangingPunct="1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lvl1pPr>
          </a:lstStyle>
          <a:p>
            <a:r>
              <a:rPr kumimoji="1" lang="en-US" altLang="ja-JP"/>
              <a:t>Insert an image</a:t>
            </a:r>
            <a:endParaRPr kumimoji="1" lang="ja-JP" altLang="en-US"/>
          </a:p>
          <a:p>
            <a:endParaRPr kumimoji="1" lang="ja-JP" altLang="en-US"/>
          </a:p>
        </p:txBody>
      </p:sp>
      <p:sp>
        <p:nvSpPr>
          <p:cNvPr id="68" name="図プレースホルダー 64"/>
          <p:cNvSpPr>
            <a:spLocks noGrp="1"/>
          </p:cNvSpPr>
          <p:nvPr>
            <p:ph type="pic" sz="quarter" idx="46" hasCustomPrompt="1"/>
          </p:nvPr>
        </p:nvSpPr>
        <p:spPr>
          <a:xfrm>
            <a:off x="9443767" y="1412941"/>
            <a:ext cx="1726019" cy="1725491"/>
          </a:xfrm>
          <a:solidFill>
            <a:schemeClr val="accent5">
              <a:lumMod val="20000"/>
              <a:lumOff val="80000"/>
            </a:schemeClr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txBody>
          <a:bodyPr>
            <a:normAutofit/>
          </a:bodyPr>
          <a:lstStyle>
            <a:lvl1pPr marL="0" marR="0" indent="0" algn="l" defTabSz="914324" rtl="0" eaLnBrk="1" fontAlgn="auto" latinLnBrk="0" hangingPunct="1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lvl1pPr>
          </a:lstStyle>
          <a:p>
            <a:r>
              <a:rPr kumimoji="1" lang="en-US" altLang="ja-JP"/>
              <a:t>Insert an image</a:t>
            </a:r>
            <a:endParaRPr kumimoji="1" lang="ja-JP" altLang="en-US"/>
          </a:p>
          <a:p>
            <a:endParaRPr kumimoji="1" lang="ja-JP" altLang="en-US"/>
          </a:p>
        </p:txBody>
      </p:sp>
      <p:sp>
        <p:nvSpPr>
          <p:cNvPr id="73" name="テキスト プレースホルダー 12"/>
          <p:cNvSpPr>
            <a:spLocks noGrp="1"/>
          </p:cNvSpPr>
          <p:nvPr>
            <p:ph type="body" sz="quarter" idx="48" hasCustomPrompt="1"/>
          </p:nvPr>
        </p:nvSpPr>
        <p:spPr>
          <a:xfrm>
            <a:off x="3440821" y="3138432"/>
            <a:ext cx="2459831" cy="498098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Caption</a:t>
            </a:r>
            <a:r>
              <a:rPr kumimoji="1" lang="ja-JP" altLang="en-US"/>
              <a:t> </a:t>
            </a:r>
            <a:r>
              <a:rPr kumimoji="1" lang="en-US" altLang="ja-JP"/>
              <a:t>Goes</a:t>
            </a:r>
            <a:r>
              <a:rPr kumimoji="1" lang="ja-JP" altLang="en-US"/>
              <a:t> </a:t>
            </a:r>
            <a:r>
              <a:rPr kumimoji="1" lang="en-US" altLang="ja-JP"/>
              <a:t>Here</a:t>
            </a:r>
            <a:endParaRPr kumimoji="1" lang="ja-JP" altLang="en-US"/>
          </a:p>
        </p:txBody>
      </p:sp>
      <p:sp>
        <p:nvSpPr>
          <p:cNvPr id="76" name="テキスト プレースホルダー 12"/>
          <p:cNvSpPr>
            <a:spLocks noGrp="1"/>
          </p:cNvSpPr>
          <p:nvPr>
            <p:ph type="body" sz="quarter" idx="50" hasCustomPrompt="1"/>
          </p:nvPr>
        </p:nvSpPr>
        <p:spPr>
          <a:xfrm>
            <a:off x="6258841" y="3138432"/>
            <a:ext cx="2459831" cy="498098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Caption</a:t>
            </a:r>
            <a:r>
              <a:rPr kumimoji="1" lang="ja-JP" altLang="en-US"/>
              <a:t> </a:t>
            </a:r>
            <a:r>
              <a:rPr kumimoji="1" lang="en-US" altLang="ja-JP"/>
              <a:t>Goes</a:t>
            </a:r>
            <a:r>
              <a:rPr kumimoji="1" lang="ja-JP" altLang="en-US"/>
              <a:t> </a:t>
            </a:r>
            <a:r>
              <a:rPr kumimoji="1" lang="en-US" altLang="ja-JP"/>
              <a:t>Here</a:t>
            </a:r>
            <a:endParaRPr kumimoji="1" lang="ja-JP" altLang="en-US"/>
          </a:p>
        </p:txBody>
      </p:sp>
      <p:sp>
        <p:nvSpPr>
          <p:cNvPr id="79" name="テキスト プレースホルダー 12"/>
          <p:cNvSpPr>
            <a:spLocks noGrp="1"/>
          </p:cNvSpPr>
          <p:nvPr>
            <p:ph type="body" sz="quarter" idx="52" hasCustomPrompt="1"/>
          </p:nvPr>
        </p:nvSpPr>
        <p:spPr>
          <a:xfrm>
            <a:off x="9076862" y="3138432"/>
            <a:ext cx="2459831" cy="498098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Caption</a:t>
            </a:r>
            <a:r>
              <a:rPr kumimoji="1" lang="ja-JP" altLang="en-US"/>
              <a:t> </a:t>
            </a:r>
            <a:r>
              <a:rPr kumimoji="1" lang="en-US" altLang="ja-JP"/>
              <a:t>Goes</a:t>
            </a:r>
            <a:r>
              <a:rPr kumimoji="1" lang="ja-JP" altLang="en-US"/>
              <a:t> </a:t>
            </a:r>
            <a:r>
              <a:rPr kumimoji="1" lang="en-US" altLang="ja-JP"/>
              <a:t>Here</a:t>
            </a:r>
            <a:endParaRPr kumimoji="1" lang="ja-JP" altLang="en-US"/>
          </a:p>
        </p:txBody>
      </p:sp>
      <p:sp>
        <p:nvSpPr>
          <p:cNvPr id="29" name="テキスト プレースホルダー 12"/>
          <p:cNvSpPr>
            <a:spLocks noGrp="1"/>
          </p:cNvSpPr>
          <p:nvPr>
            <p:ph type="body" sz="quarter" idx="53" hasCustomPrompt="1"/>
          </p:nvPr>
        </p:nvSpPr>
        <p:spPr>
          <a:xfrm>
            <a:off x="622800" y="5632473"/>
            <a:ext cx="2459831" cy="498098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Caption</a:t>
            </a:r>
            <a:r>
              <a:rPr kumimoji="1" lang="ja-JP" altLang="en-US"/>
              <a:t> </a:t>
            </a:r>
            <a:r>
              <a:rPr kumimoji="1" lang="en-US" altLang="ja-JP"/>
              <a:t>Goes</a:t>
            </a:r>
            <a:r>
              <a:rPr kumimoji="1" lang="ja-JP" altLang="en-US"/>
              <a:t> </a:t>
            </a:r>
            <a:r>
              <a:rPr kumimoji="1" lang="en-US" altLang="ja-JP"/>
              <a:t>Here</a:t>
            </a:r>
            <a:endParaRPr kumimoji="1" lang="ja-JP" altLang="en-US"/>
          </a:p>
        </p:txBody>
      </p:sp>
      <p:sp>
        <p:nvSpPr>
          <p:cNvPr id="30" name="図プレースホルダー 64"/>
          <p:cNvSpPr>
            <a:spLocks noGrp="1"/>
          </p:cNvSpPr>
          <p:nvPr>
            <p:ph type="pic" sz="quarter" idx="54" hasCustomPrompt="1"/>
          </p:nvPr>
        </p:nvSpPr>
        <p:spPr>
          <a:xfrm>
            <a:off x="989705" y="3906982"/>
            <a:ext cx="1726019" cy="1725491"/>
          </a:xfrm>
          <a:solidFill>
            <a:schemeClr val="accent1">
              <a:lumMod val="20000"/>
              <a:lumOff val="80000"/>
            </a:schemeClr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txBody>
          <a:bodyPr/>
          <a:lstStyle>
            <a:lvl1pPr>
              <a:defRPr sz="1200" baseline="0"/>
            </a:lvl1pPr>
          </a:lstStyle>
          <a:p>
            <a:r>
              <a:rPr kumimoji="1" lang="en-US" altLang="ja-JP"/>
              <a:t>Insert an image</a:t>
            </a:r>
            <a:endParaRPr kumimoji="1" lang="ja-JP" altLang="en-US"/>
          </a:p>
        </p:txBody>
      </p:sp>
      <p:sp>
        <p:nvSpPr>
          <p:cNvPr id="31" name="図プレースホルダー 64"/>
          <p:cNvSpPr>
            <a:spLocks noGrp="1"/>
          </p:cNvSpPr>
          <p:nvPr>
            <p:ph type="pic" sz="quarter" idx="55" hasCustomPrompt="1"/>
          </p:nvPr>
        </p:nvSpPr>
        <p:spPr>
          <a:xfrm>
            <a:off x="3807726" y="3906982"/>
            <a:ext cx="1726019" cy="1725491"/>
          </a:xfrm>
          <a:solidFill>
            <a:schemeClr val="accent2">
              <a:lumMod val="20000"/>
              <a:lumOff val="80000"/>
            </a:schemeClr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txBody>
          <a:bodyPr>
            <a:normAutofit/>
          </a:bodyPr>
          <a:lstStyle>
            <a:lvl1pPr marL="0" marR="0" indent="0" algn="l" defTabSz="914324" rtl="0" eaLnBrk="1" fontAlgn="auto" latinLnBrk="0" hangingPunct="1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lvl1pPr>
          </a:lstStyle>
          <a:p>
            <a:r>
              <a:rPr kumimoji="1" lang="en-US" altLang="ja-JP"/>
              <a:t>Insert an image</a:t>
            </a:r>
            <a:endParaRPr kumimoji="1" lang="ja-JP" altLang="en-US"/>
          </a:p>
          <a:p>
            <a:endParaRPr kumimoji="1" lang="ja-JP" altLang="en-US"/>
          </a:p>
        </p:txBody>
      </p:sp>
      <p:sp>
        <p:nvSpPr>
          <p:cNvPr id="32" name="図プレースホルダー 64"/>
          <p:cNvSpPr>
            <a:spLocks noGrp="1"/>
          </p:cNvSpPr>
          <p:nvPr>
            <p:ph type="pic" sz="quarter" idx="56" hasCustomPrompt="1"/>
          </p:nvPr>
        </p:nvSpPr>
        <p:spPr>
          <a:xfrm>
            <a:off x="6625747" y="3906982"/>
            <a:ext cx="1726019" cy="1725491"/>
          </a:xfrm>
          <a:solidFill>
            <a:schemeClr val="accent3">
              <a:lumMod val="20000"/>
              <a:lumOff val="80000"/>
            </a:schemeClr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txBody>
          <a:bodyPr>
            <a:normAutofit/>
          </a:bodyPr>
          <a:lstStyle>
            <a:lvl1pPr marL="0" marR="0" indent="0" algn="l" defTabSz="914324" rtl="0" eaLnBrk="1" fontAlgn="auto" latinLnBrk="0" hangingPunct="1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lvl1pPr>
          </a:lstStyle>
          <a:p>
            <a:r>
              <a:rPr kumimoji="1" lang="en-US" altLang="ja-JP"/>
              <a:t>Insert an image</a:t>
            </a:r>
            <a:endParaRPr kumimoji="1" lang="ja-JP" altLang="en-US"/>
          </a:p>
          <a:p>
            <a:endParaRPr kumimoji="1" lang="ja-JP" altLang="en-US"/>
          </a:p>
        </p:txBody>
      </p:sp>
      <p:sp>
        <p:nvSpPr>
          <p:cNvPr id="33" name="図プレースホルダー 64"/>
          <p:cNvSpPr>
            <a:spLocks noGrp="1"/>
          </p:cNvSpPr>
          <p:nvPr>
            <p:ph type="pic" sz="quarter" idx="57" hasCustomPrompt="1"/>
          </p:nvPr>
        </p:nvSpPr>
        <p:spPr>
          <a:xfrm>
            <a:off x="9443767" y="3906982"/>
            <a:ext cx="1726019" cy="1725491"/>
          </a:xfrm>
          <a:solidFill>
            <a:schemeClr val="accent5">
              <a:lumMod val="20000"/>
              <a:lumOff val="80000"/>
            </a:schemeClr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txBody>
          <a:bodyPr>
            <a:normAutofit/>
          </a:bodyPr>
          <a:lstStyle>
            <a:lvl1pPr marL="0" marR="0" indent="0" algn="l" defTabSz="914324" rtl="0" eaLnBrk="1" fontAlgn="auto" latinLnBrk="0" hangingPunct="1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lvl1pPr>
          </a:lstStyle>
          <a:p>
            <a:r>
              <a:rPr kumimoji="1" lang="en-US" altLang="ja-JP"/>
              <a:t>Insert an image</a:t>
            </a:r>
            <a:endParaRPr kumimoji="1" lang="ja-JP" altLang="en-US"/>
          </a:p>
          <a:p>
            <a:endParaRPr kumimoji="1" lang="ja-JP" altLang="en-US"/>
          </a:p>
        </p:txBody>
      </p:sp>
      <p:sp>
        <p:nvSpPr>
          <p:cNvPr id="34" name="テキスト プレースホルダー 12"/>
          <p:cNvSpPr>
            <a:spLocks noGrp="1"/>
          </p:cNvSpPr>
          <p:nvPr>
            <p:ph type="body" sz="quarter" idx="58" hasCustomPrompt="1"/>
          </p:nvPr>
        </p:nvSpPr>
        <p:spPr>
          <a:xfrm>
            <a:off x="3440821" y="5632473"/>
            <a:ext cx="2459831" cy="498098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Caption</a:t>
            </a:r>
            <a:r>
              <a:rPr kumimoji="1" lang="ja-JP" altLang="en-US"/>
              <a:t> </a:t>
            </a:r>
            <a:r>
              <a:rPr kumimoji="1" lang="en-US" altLang="ja-JP"/>
              <a:t>Goes</a:t>
            </a:r>
            <a:r>
              <a:rPr kumimoji="1" lang="ja-JP" altLang="en-US"/>
              <a:t> </a:t>
            </a:r>
            <a:r>
              <a:rPr kumimoji="1" lang="en-US" altLang="ja-JP"/>
              <a:t>Here</a:t>
            </a:r>
            <a:endParaRPr kumimoji="1" lang="ja-JP" altLang="en-US"/>
          </a:p>
        </p:txBody>
      </p:sp>
      <p:sp>
        <p:nvSpPr>
          <p:cNvPr id="35" name="テキスト プレースホルダー 12"/>
          <p:cNvSpPr>
            <a:spLocks noGrp="1"/>
          </p:cNvSpPr>
          <p:nvPr>
            <p:ph type="body" sz="quarter" idx="59" hasCustomPrompt="1"/>
          </p:nvPr>
        </p:nvSpPr>
        <p:spPr>
          <a:xfrm>
            <a:off x="6258841" y="5632473"/>
            <a:ext cx="2459831" cy="498098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Caption</a:t>
            </a:r>
            <a:r>
              <a:rPr kumimoji="1" lang="ja-JP" altLang="en-US"/>
              <a:t> </a:t>
            </a:r>
            <a:r>
              <a:rPr kumimoji="1" lang="en-US" altLang="ja-JP"/>
              <a:t>Goes</a:t>
            </a:r>
            <a:r>
              <a:rPr kumimoji="1" lang="ja-JP" altLang="en-US"/>
              <a:t> </a:t>
            </a:r>
            <a:r>
              <a:rPr kumimoji="1" lang="en-US" altLang="ja-JP"/>
              <a:t>Here</a:t>
            </a:r>
            <a:endParaRPr kumimoji="1" lang="ja-JP" altLang="en-US"/>
          </a:p>
        </p:txBody>
      </p:sp>
      <p:sp>
        <p:nvSpPr>
          <p:cNvPr id="36" name="テキスト プレースホルダー 12"/>
          <p:cNvSpPr>
            <a:spLocks noGrp="1"/>
          </p:cNvSpPr>
          <p:nvPr>
            <p:ph type="body" sz="quarter" idx="60" hasCustomPrompt="1"/>
          </p:nvPr>
        </p:nvSpPr>
        <p:spPr>
          <a:xfrm>
            <a:off x="9076862" y="5632473"/>
            <a:ext cx="2459831" cy="498098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Caption</a:t>
            </a:r>
            <a:r>
              <a:rPr kumimoji="1" lang="ja-JP" altLang="en-US"/>
              <a:t> </a:t>
            </a:r>
            <a:r>
              <a:rPr kumimoji="1" lang="en-US" altLang="ja-JP"/>
              <a:t>Goes</a:t>
            </a:r>
            <a:r>
              <a:rPr kumimoji="1" lang="ja-JP" altLang="en-US"/>
              <a:t> </a:t>
            </a:r>
            <a:r>
              <a:rPr kumimoji="1" lang="en-US" altLang="ja-JP"/>
              <a:t>Here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0188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00"/>
                            </p:stCondLst>
                            <p:childTnLst>
                              <p:par>
                                <p:cTn id="4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500"/>
                            </p:stCondLst>
                            <p:childTnLst>
                              <p:par>
                                <p:cTn id="4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0"/>
                            </p:stCondLst>
                            <p:childTnLst>
                              <p:par>
                                <p:cTn id="5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500"/>
                            </p:stCondLst>
                            <p:childTnLst>
                              <p:par>
                                <p:cTn id="5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6000"/>
                            </p:stCondLst>
                            <p:childTnLst>
                              <p:par>
                                <p:cTn id="5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6500"/>
                            </p:stCondLst>
                            <p:childTnLst>
                              <p:par>
                                <p:cTn id="6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7000"/>
                            </p:stCondLst>
                            <p:childTnLst>
                              <p:par>
                                <p:cTn id="6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7500"/>
                            </p:stCondLst>
                            <p:childTnLst>
                              <p:par>
                                <p:cTn id="72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5" grpId="0" animBg="1"/>
      <p:bldP spid="66" grpId="0" animBg="1"/>
      <p:bldP spid="67" grpId="0" animBg="1"/>
      <p:bldP spid="68" grpId="0" animBg="1"/>
      <p:bldP spid="73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6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9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animBg="1"/>
      <p:bldP spid="31" grpId="0" animBg="1"/>
      <p:bldP spid="32" grpId="0" animBg="1"/>
      <p:bldP spid="33" grpId="0" animBg="1"/>
      <p:bldP spid="34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, Captions &amp;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/>
              <a:t>Slide Title Goes Here</a:t>
            </a:r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7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1257847" y="4520737"/>
            <a:ext cx="3007311" cy="1144637"/>
          </a:xfrm>
        </p:spPr>
        <p:txBody>
          <a:bodyPr>
            <a:normAutofit/>
          </a:bodyPr>
          <a:lstStyle>
            <a:lvl1pPr algn="ctr"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38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1257847" y="3893176"/>
            <a:ext cx="3007311" cy="498098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Caption Goes Here</a:t>
            </a:r>
            <a:endParaRPr kumimoji="1" lang="ja-JP" altLang="en-US"/>
          </a:p>
        </p:txBody>
      </p:sp>
      <p:sp>
        <p:nvSpPr>
          <p:cNvPr id="39" name="正方形/長方形 38"/>
          <p:cNvSpPr/>
          <p:nvPr userDrawn="1"/>
        </p:nvSpPr>
        <p:spPr>
          <a:xfrm>
            <a:off x="2152203" y="4371276"/>
            <a:ext cx="1218599" cy="480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65" name="図プレースホルダー 64"/>
          <p:cNvSpPr>
            <a:spLocks noGrp="1"/>
          </p:cNvSpPr>
          <p:nvPr>
            <p:ph type="pic" sz="quarter" idx="43" hasCustomPrompt="1"/>
          </p:nvPr>
        </p:nvSpPr>
        <p:spPr>
          <a:xfrm>
            <a:off x="1798759" y="1821407"/>
            <a:ext cx="1925487" cy="1924899"/>
          </a:xfrm>
          <a:solidFill>
            <a:schemeClr val="accent1">
              <a:lumMod val="20000"/>
              <a:lumOff val="80000"/>
            </a:schemeClr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txBody>
          <a:bodyPr/>
          <a:lstStyle>
            <a:lvl1pPr>
              <a:defRPr sz="1200" baseline="0"/>
            </a:lvl1pPr>
          </a:lstStyle>
          <a:p>
            <a:r>
              <a:rPr kumimoji="1" lang="en-US" altLang="ja-JP"/>
              <a:t>Insert an image</a:t>
            </a:r>
            <a:endParaRPr kumimoji="1" lang="ja-JP" altLang="en-US"/>
          </a:p>
        </p:txBody>
      </p:sp>
      <p:sp>
        <p:nvSpPr>
          <p:cNvPr id="66" name="図プレースホルダー 64"/>
          <p:cNvSpPr>
            <a:spLocks noGrp="1"/>
          </p:cNvSpPr>
          <p:nvPr>
            <p:ph type="pic" sz="quarter" idx="44" hasCustomPrompt="1"/>
          </p:nvPr>
        </p:nvSpPr>
        <p:spPr>
          <a:xfrm>
            <a:off x="5133257" y="1821407"/>
            <a:ext cx="1925487" cy="1924899"/>
          </a:xfrm>
          <a:solidFill>
            <a:schemeClr val="accent2">
              <a:lumMod val="20000"/>
              <a:lumOff val="80000"/>
            </a:schemeClr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txBody>
          <a:bodyPr>
            <a:normAutofit/>
          </a:bodyPr>
          <a:lstStyle>
            <a:lvl1pPr marL="0" marR="0" indent="0" algn="l" defTabSz="914324" rtl="0" eaLnBrk="1" fontAlgn="auto" latinLnBrk="0" hangingPunct="1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lvl1pPr>
          </a:lstStyle>
          <a:p>
            <a:r>
              <a:rPr kumimoji="1" lang="en-US" altLang="ja-JP"/>
              <a:t>Insert an image</a:t>
            </a:r>
            <a:endParaRPr kumimoji="1" lang="ja-JP" altLang="en-US"/>
          </a:p>
          <a:p>
            <a:endParaRPr kumimoji="1" lang="ja-JP" altLang="en-US"/>
          </a:p>
        </p:txBody>
      </p:sp>
      <p:sp>
        <p:nvSpPr>
          <p:cNvPr id="67" name="図プレースホルダー 64"/>
          <p:cNvSpPr>
            <a:spLocks noGrp="1"/>
          </p:cNvSpPr>
          <p:nvPr>
            <p:ph type="pic" sz="quarter" idx="45" hasCustomPrompt="1"/>
          </p:nvPr>
        </p:nvSpPr>
        <p:spPr>
          <a:xfrm>
            <a:off x="8467754" y="1821407"/>
            <a:ext cx="1925487" cy="1924899"/>
          </a:xfrm>
          <a:solidFill>
            <a:schemeClr val="accent3">
              <a:lumMod val="20000"/>
              <a:lumOff val="80000"/>
            </a:schemeClr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txBody>
          <a:bodyPr>
            <a:normAutofit/>
          </a:bodyPr>
          <a:lstStyle>
            <a:lvl1pPr marL="0" marR="0" indent="0" algn="l" defTabSz="914324" rtl="0" eaLnBrk="1" fontAlgn="auto" latinLnBrk="0" hangingPunct="1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lvl1pPr>
          </a:lstStyle>
          <a:p>
            <a:r>
              <a:rPr kumimoji="1" lang="en-US" altLang="ja-JP"/>
              <a:t>Insert an image</a:t>
            </a:r>
            <a:endParaRPr kumimoji="1" lang="ja-JP" altLang="en-US"/>
          </a:p>
          <a:p>
            <a:endParaRPr kumimoji="1" lang="ja-JP" altLang="en-US"/>
          </a:p>
        </p:txBody>
      </p:sp>
      <p:sp>
        <p:nvSpPr>
          <p:cNvPr id="72" name="テキスト プレースホルダー 12"/>
          <p:cNvSpPr>
            <a:spLocks noGrp="1"/>
          </p:cNvSpPr>
          <p:nvPr>
            <p:ph type="body" sz="quarter" idx="47" hasCustomPrompt="1"/>
          </p:nvPr>
        </p:nvSpPr>
        <p:spPr>
          <a:xfrm>
            <a:off x="4592345" y="4520737"/>
            <a:ext cx="3007311" cy="1144637"/>
          </a:xfrm>
        </p:spPr>
        <p:txBody>
          <a:bodyPr>
            <a:normAutofit/>
          </a:bodyPr>
          <a:lstStyle>
            <a:lvl1pPr algn="ctr"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73" name="テキスト プレースホルダー 12"/>
          <p:cNvSpPr>
            <a:spLocks noGrp="1"/>
          </p:cNvSpPr>
          <p:nvPr>
            <p:ph type="body" sz="quarter" idx="48" hasCustomPrompt="1"/>
          </p:nvPr>
        </p:nvSpPr>
        <p:spPr>
          <a:xfrm>
            <a:off x="4592345" y="3893176"/>
            <a:ext cx="3007311" cy="498098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Caption Goes Here</a:t>
            </a:r>
            <a:endParaRPr kumimoji="1" lang="ja-JP" altLang="en-US"/>
          </a:p>
        </p:txBody>
      </p:sp>
      <p:sp>
        <p:nvSpPr>
          <p:cNvPr id="74" name="正方形/長方形 73"/>
          <p:cNvSpPr/>
          <p:nvPr userDrawn="1"/>
        </p:nvSpPr>
        <p:spPr>
          <a:xfrm>
            <a:off x="5486701" y="4371276"/>
            <a:ext cx="1218599" cy="480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75" name="テキスト プレースホルダー 12"/>
          <p:cNvSpPr>
            <a:spLocks noGrp="1"/>
          </p:cNvSpPr>
          <p:nvPr>
            <p:ph type="body" sz="quarter" idx="49" hasCustomPrompt="1"/>
          </p:nvPr>
        </p:nvSpPr>
        <p:spPr>
          <a:xfrm>
            <a:off x="7926842" y="4520737"/>
            <a:ext cx="3007311" cy="1144637"/>
          </a:xfrm>
        </p:spPr>
        <p:txBody>
          <a:bodyPr>
            <a:normAutofit/>
          </a:bodyPr>
          <a:lstStyle>
            <a:lvl1pPr algn="ctr"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76" name="テキスト プレースホルダー 12"/>
          <p:cNvSpPr>
            <a:spLocks noGrp="1"/>
          </p:cNvSpPr>
          <p:nvPr>
            <p:ph type="body" sz="quarter" idx="50" hasCustomPrompt="1"/>
          </p:nvPr>
        </p:nvSpPr>
        <p:spPr>
          <a:xfrm>
            <a:off x="7926842" y="3893176"/>
            <a:ext cx="3007311" cy="498098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Caption Goes Here</a:t>
            </a:r>
            <a:endParaRPr kumimoji="1" lang="ja-JP" altLang="en-US"/>
          </a:p>
        </p:txBody>
      </p:sp>
      <p:sp>
        <p:nvSpPr>
          <p:cNvPr id="77" name="正方形/長方形 76"/>
          <p:cNvSpPr/>
          <p:nvPr userDrawn="1"/>
        </p:nvSpPr>
        <p:spPr>
          <a:xfrm>
            <a:off x="8821198" y="4371276"/>
            <a:ext cx="1218599" cy="4801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2007406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1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600"/>
                            </p:stCondLst>
                            <p:childTnLst>
                              <p:par>
                                <p:cTn id="2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100"/>
                            </p:stCondLst>
                            <p:childTnLst>
                              <p:par>
                                <p:cTn id="2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7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200"/>
                            </p:stCondLst>
                            <p:childTnLst>
                              <p:par>
                                <p:cTn id="3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700"/>
                            </p:stCondLst>
                            <p:childTnLst>
                              <p:par>
                                <p:cTn id="4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3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animBg="1"/>
      <p:bldP spid="65" grpId="0" animBg="1"/>
      <p:bldP spid="66" grpId="0" animBg="1"/>
      <p:bldP spid="67" grpId="0" animBg="1"/>
      <p:bldP spid="72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3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4" grpId="0" animBg="1"/>
      <p:bldP spid="75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6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7" grpId="0" animBg="1"/>
    </p:bldLst>
  </p:timing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Imag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/>
              <a:t>Slide Title Goes Here</a:t>
            </a:r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1789843"/>
            <a:ext cx="12191761" cy="2942545"/>
          </a:xfrm>
          <a:solidFill>
            <a:schemeClr val="bg1"/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/>
              <a:t>Insert a background image</a:t>
            </a:r>
            <a:endParaRPr kumimoji="1" lang="ja-JP" altLang="en-US"/>
          </a:p>
        </p:txBody>
      </p:sp>
      <p:sp>
        <p:nvSpPr>
          <p:cNvPr id="7" name="テキスト プレースホルダー 12"/>
          <p:cNvSpPr>
            <a:spLocks noGrp="1"/>
          </p:cNvSpPr>
          <p:nvPr>
            <p:ph type="body" sz="quarter" idx="14" hasCustomPrompt="1"/>
          </p:nvPr>
        </p:nvSpPr>
        <p:spPr>
          <a:xfrm>
            <a:off x="1" y="1789843"/>
            <a:ext cx="5457371" cy="2942545"/>
          </a:xfrm>
          <a:solidFill>
            <a:schemeClr val="accent1">
              <a:alpha val="70000"/>
            </a:schemeClr>
          </a:solidFill>
        </p:spPr>
        <p:txBody>
          <a:bodyPr>
            <a:normAutofit/>
          </a:bodyPr>
          <a:lstStyle>
            <a:lvl1pPr>
              <a:defRPr sz="1333" baseline="0"/>
            </a:lvl1pPr>
          </a:lstStyle>
          <a:p>
            <a:pPr lvl="0"/>
            <a:r>
              <a:rPr kumimoji="1" lang="en-US" altLang="ja-JP"/>
              <a:t> </a:t>
            </a:r>
            <a:endParaRPr kumimoji="1" lang="ja-JP" altLang="en-US"/>
          </a:p>
        </p:txBody>
      </p:sp>
      <p:sp>
        <p:nvSpPr>
          <p:cNvPr id="6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440266" y="2603297"/>
            <a:ext cx="4736496" cy="1906503"/>
          </a:xfrm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4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8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1593851" y="4860134"/>
            <a:ext cx="9004299" cy="1147893"/>
          </a:xfrm>
        </p:spPr>
        <p:txBody>
          <a:bodyPr anchor="ctr">
            <a:normAutofit/>
          </a:bodyPr>
          <a:lstStyle>
            <a:lvl1pPr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5828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665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>
        <p:tmplLst>
          <p:tmpl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iterate type="lt">
                    <p:tmPct val="3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Image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/>
              <a:t>Slide Title Goes Here</a:t>
            </a:r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1593851" y="4860134"/>
            <a:ext cx="9004299" cy="1147893"/>
          </a:xfrm>
        </p:spPr>
        <p:txBody>
          <a:bodyPr anchor="ctr">
            <a:normAutofit/>
          </a:bodyPr>
          <a:lstStyle>
            <a:lvl1pPr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9" name="図プレースホルダー 8"/>
          <p:cNvSpPr>
            <a:spLocks noGrp="1"/>
          </p:cNvSpPr>
          <p:nvPr>
            <p:ph type="pic" sz="quarter" idx="23"/>
          </p:nvPr>
        </p:nvSpPr>
        <p:spPr>
          <a:xfrm>
            <a:off x="0" y="1789843"/>
            <a:ext cx="12191761" cy="4238745"/>
          </a:xfrm>
          <a:custGeom>
            <a:avLst/>
            <a:gdLst>
              <a:gd name="connsiteX0" fmla="*/ 1 w 18287642"/>
              <a:gd name="connsiteY0" fmla="*/ 5709136 h 6357136"/>
              <a:gd name="connsiteX1" fmla="*/ 648001 w 18287642"/>
              <a:gd name="connsiteY1" fmla="*/ 5709136 h 6357136"/>
              <a:gd name="connsiteX2" fmla="*/ 648001 w 18287642"/>
              <a:gd name="connsiteY2" fmla="*/ 6357136 h 6357136"/>
              <a:gd name="connsiteX3" fmla="*/ 1 w 18287642"/>
              <a:gd name="connsiteY3" fmla="*/ 6357136 h 6357136"/>
              <a:gd name="connsiteX4" fmla="*/ 648001 w 18287642"/>
              <a:gd name="connsiteY4" fmla="*/ 5061136 h 6357136"/>
              <a:gd name="connsiteX5" fmla="*/ 1296001 w 18287642"/>
              <a:gd name="connsiteY5" fmla="*/ 5061136 h 6357136"/>
              <a:gd name="connsiteX6" fmla="*/ 1296001 w 18287642"/>
              <a:gd name="connsiteY6" fmla="*/ 5709136 h 6357136"/>
              <a:gd name="connsiteX7" fmla="*/ 648001 w 18287642"/>
              <a:gd name="connsiteY7" fmla="*/ 5709136 h 6357136"/>
              <a:gd name="connsiteX8" fmla="*/ 0 w 18287642"/>
              <a:gd name="connsiteY8" fmla="*/ 0 h 6357136"/>
              <a:gd name="connsiteX9" fmla="*/ 15297150 w 18287642"/>
              <a:gd name="connsiteY9" fmla="*/ 0 h 6357136"/>
              <a:gd name="connsiteX10" fmla="*/ 15297150 w 18287642"/>
              <a:gd name="connsiteY10" fmla="*/ 1699 h 6357136"/>
              <a:gd name="connsiteX11" fmla="*/ 18287642 w 18287642"/>
              <a:gd name="connsiteY11" fmla="*/ 1699 h 6357136"/>
              <a:gd name="connsiteX12" fmla="*/ 18287642 w 18287642"/>
              <a:gd name="connsiteY12" fmla="*/ 4413136 h 6357136"/>
              <a:gd name="connsiteX13" fmla="*/ 1944001 w 18287642"/>
              <a:gd name="connsiteY13" fmla="*/ 4413136 h 6357136"/>
              <a:gd name="connsiteX14" fmla="*/ 1944001 w 18287642"/>
              <a:gd name="connsiteY14" fmla="*/ 5061136 h 6357136"/>
              <a:gd name="connsiteX15" fmla="*/ 1296001 w 18287642"/>
              <a:gd name="connsiteY15" fmla="*/ 5061136 h 6357136"/>
              <a:gd name="connsiteX16" fmla="*/ 1296001 w 18287642"/>
              <a:gd name="connsiteY16" fmla="*/ 4413136 h 6357136"/>
              <a:gd name="connsiteX17" fmla="*/ 648001 w 18287642"/>
              <a:gd name="connsiteY17" fmla="*/ 4413136 h 6357136"/>
              <a:gd name="connsiteX18" fmla="*/ 648001 w 18287642"/>
              <a:gd name="connsiteY18" fmla="*/ 5061136 h 6357136"/>
              <a:gd name="connsiteX19" fmla="*/ 1 w 18287642"/>
              <a:gd name="connsiteY19" fmla="*/ 5061136 h 6357136"/>
              <a:gd name="connsiteX20" fmla="*/ 1 w 18287642"/>
              <a:gd name="connsiteY20" fmla="*/ 4413136 h 6357136"/>
              <a:gd name="connsiteX21" fmla="*/ 0 w 18287642"/>
              <a:gd name="connsiteY21" fmla="*/ 4413136 h 6357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8287642" h="6357136">
                <a:moveTo>
                  <a:pt x="1" y="5709136"/>
                </a:moveTo>
                <a:lnTo>
                  <a:pt x="648001" y="5709136"/>
                </a:lnTo>
                <a:lnTo>
                  <a:pt x="648001" y="6357136"/>
                </a:lnTo>
                <a:lnTo>
                  <a:pt x="1" y="6357136"/>
                </a:lnTo>
                <a:close/>
                <a:moveTo>
                  <a:pt x="648001" y="5061136"/>
                </a:moveTo>
                <a:lnTo>
                  <a:pt x="1296001" y="5061136"/>
                </a:lnTo>
                <a:lnTo>
                  <a:pt x="1296001" y="5709136"/>
                </a:lnTo>
                <a:lnTo>
                  <a:pt x="648001" y="5709136"/>
                </a:lnTo>
                <a:close/>
                <a:moveTo>
                  <a:pt x="0" y="0"/>
                </a:moveTo>
                <a:lnTo>
                  <a:pt x="15297150" y="0"/>
                </a:lnTo>
                <a:lnTo>
                  <a:pt x="15297150" y="1699"/>
                </a:lnTo>
                <a:lnTo>
                  <a:pt x="18287642" y="1699"/>
                </a:lnTo>
                <a:lnTo>
                  <a:pt x="18287642" y="4413136"/>
                </a:lnTo>
                <a:lnTo>
                  <a:pt x="1944001" y="4413136"/>
                </a:lnTo>
                <a:lnTo>
                  <a:pt x="1944001" y="5061136"/>
                </a:lnTo>
                <a:lnTo>
                  <a:pt x="1296001" y="5061136"/>
                </a:lnTo>
                <a:lnTo>
                  <a:pt x="1296001" y="4413136"/>
                </a:lnTo>
                <a:lnTo>
                  <a:pt x="648001" y="4413136"/>
                </a:lnTo>
                <a:lnTo>
                  <a:pt x="648001" y="5061136"/>
                </a:lnTo>
                <a:lnTo>
                  <a:pt x="1" y="5061136"/>
                </a:lnTo>
                <a:lnTo>
                  <a:pt x="1" y="4413136"/>
                </a:lnTo>
                <a:lnTo>
                  <a:pt x="0" y="4413136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200" baseline="0"/>
            </a:lvl1pPr>
          </a:lstStyle>
          <a:p>
            <a:endParaRPr kumimoji="1" lang="en-US" altLang="ja-JP"/>
          </a:p>
          <a:p>
            <a:endParaRPr kumimoji="1" lang="en-US" altLang="ja-JP"/>
          </a:p>
          <a:p>
            <a:endParaRPr kumimoji="1" lang="en-US" altLang="ja-JP"/>
          </a:p>
          <a:p>
            <a:endParaRPr kumimoji="1" lang="en-US" altLang="ja-JP"/>
          </a:p>
          <a:p>
            <a:r>
              <a:rPr kumimoji="1" lang="en-US" altLang="ja-JP"/>
              <a:t>Insert a wide image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5565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animBg="1"/>
    </p:bld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Image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/>
              <a:t>Slide Title Goes Here</a:t>
            </a:r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5671267" y="4860134"/>
            <a:ext cx="5735979" cy="1147893"/>
          </a:xfrm>
        </p:spPr>
        <p:txBody>
          <a:bodyPr anchor="ctr">
            <a:normAutofit/>
          </a:bodyPr>
          <a:lstStyle>
            <a:lvl1pPr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10" name="図プレースホルダー 9"/>
          <p:cNvSpPr>
            <a:spLocks noGrp="1"/>
          </p:cNvSpPr>
          <p:nvPr>
            <p:ph type="pic" sz="quarter" idx="23"/>
          </p:nvPr>
        </p:nvSpPr>
        <p:spPr>
          <a:xfrm>
            <a:off x="0" y="1789843"/>
            <a:ext cx="12191761" cy="4238745"/>
          </a:xfrm>
          <a:custGeom>
            <a:avLst/>
            <a:gdLst>
              <a:gd name="connsiteX0" fmla="*/ 1 w 18287642"/>
              <a:gd name="connsiteY0" fmla="*/ 5709136 h 6357136"/>
              <a:gd name="connsiteX1" fmla="*/ 648001 w 18287642"/>
              <a:gd name="connsiteY1" fmla="*/ 5709136 h 6357136"/>
              <a:gd name="connsiteX2" fmla="*/ 648001 w 18287642"/>
              <a:gd name="connsiteY2" fmla="*/ 6357136 h 6357136"/>
              <a:gd name="connsiteX3" fmla="*/ 1 w 18287642"/>
              <a:gd name="connsiteY3" fmla="*/ 6357136 h 6357136"/>
              <a:gd name="connsiteX4" fmla="*/ 648001 w 18287642"/>
              <a:gd name="connsiteY4" fmla="*/ 5061136 h 6357136"/>
              <a:gd name="connsiteX5" fmla="*/ 1296001 w 18287642"/>
              <a:gd name="connsiteY5" fmla="*/ 5061136 h 6357136"/>
              <a:gd name="connsiteX6" fmla="*/ 1296001 w 18287642"/>
              <a:gd name="connsiteY6" fmla="*/ 5709136 h 6357136"/>
              <a:gd name="connsiteX7" fmla="*/ 648001 w 18287642"/>
              <a:gd name="connsiteY7" fmla="*/ 5709136 h 6357136"/>
              <a:gd name="connsiteX8" fmla="*/ 0 w 18287642"/>
              <a:gd name="connsiteY8" fmla="*/ 0 h 6357136"/>
              <a:gd name="connsiteX9" fmla="*/ 15457714 w 18287642"/>
              <a:gd name="connsiteY9" fmla="*/ 0 h 6357136"/>
              <a:gd name="connsiteX10" fmla="*/ 16343642 w 18287642"/>
              <a:gd name="connsiteY10" fmla="*/ 0 h 6357136"/>
              <a:gd name="connsiteX11" fmla="*/ 16991642 w 18287642"/>
              <a:gd name="connsiteY11" fmla="*/ 0 h 6357136"/>
              <a:gd name="connsiteX12" fmla="*/ 18287642 w 18287642"/>
              <a:gd name="connsiteY12" fmla="*/ 0 h 6357136"/>
              <a:gd name="connsiteX13" fmla="*/ 18287642 w 18287642"/>
              <a:gd name="connsiteY13" fmla="*/ 4413136 h 6357136"/>
              <a:gd name="connsiteX14" fmla="*/ 1944001 w 18287642"/>
              <a:gd name="connsiteY14" fmla="*/ 4413136 h 6357136"/>
              <a:gd name="connsiteX15" fmla="*/ 1944001 w 18287642"/>
              <a:gd name="connsiteY15" fmla="*/ 5061136 h 6357136"/>
              <a:gd name="connsiteX16" fmla="*/ 1296001 w 18287642"/>
              <a:gd name="connsiteY16" fmla="*/ 5061136 h 6357136"/>
              <a:gd name="connsiteX17" fmla="*/ 1296001 w 18287642"/>
              <a:gd name="connsiteY17" fmla="*/ 4413136 h 6357136"/>
              <a:gd name="connsiteX18" fmla="*/ 648001 w 18287642"/>
              <a:gd name="connsiteY18" fmla="*/ 4413136 h 6357136"/>
              <a:gd name="connsiteX19" fmla="*/ 648001 w 18287642"/>
              <a:gd name="connsiteY19" fmla="*/ 5061136 h 6357136"/>
              <a:gd name="connsiteX20" fmla="*/ 1 w 18287642"/>
              <a:gd name="connsiteY20" fmla="*/ 5061136 h 6357136"/>
              <a:gd name="connsiteX21" fmla="*/ 1 w 18287642"/>
              <a:gd name="connsiteY21" fmla="*/ 4413136 h 6357136"/>
              <a:gd name="connsiteX22" fmla="*/ 0 w 18287642"/>
              <a:gd name="connsiteY22" fmla="*/ 4413136 h 6357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8287642" h="6357136">
                <a:moveTo>
                  <a:pt x="1" y="5709136"/>
                </a:moveTo>
                <a:lnTo>
                  <a:pt x="648001" y="5709136"/>
                </a:lnTo>
                <a:lnTo>
                  <a:pt x="648001" y="6357136"/>
                </a:lnTo>
                <a:lnTo>
                  <a:pt x="1" y="6357136"/>
                </a:lnTo>
                <a:close/>
                <a:moveTo>
                  <a:pt x="648001" y="5061136"/>
                </a:moveTo>
                <a:lnTo>
                  <a:pt x="1296001" y="5061136"/>
                </a:lnTo>
                <a:lnTo>
                  <a:pt x="1296001" y="5709136"/>
                </a:lnTo>
                <a:lnTo>
                  <a:pt x="648001" y="5709136"/>
                </a:lnTo>
                <a:close/>
                <a:moveTo>
                  <a:pt x="0" y="0"/>
                </a:moveTo>
                <a:lnTo>
                  <a:pt x="15457714" y="0"/>
                </a:lnTo>
                <a:lnTo>
                  <a:pt x="16343642" y="0"/>
                </a:lnTo>
                <a:lnTo>
                  <a:pt x="16991642" y="0"/>
                </a:lnTo>
                <a:lnTo>
                  <a:pt x="18287642" y="0"/>
                </a:lnTo>
                <a:lnTo>
                  <a:pt x="18287642" y="4413136"/>
                </a:lnTo>
                <a:lnTo>
                  <a:pt x="1944001" y="4413136"/>
                </a:lnTo>
                <a:lnTo>
                  <a:pt x="1944001" y="5061136"/>
                </a:lnTo>
                <a:lnTo>
                  <a:pt x="1296001" y="5061136"/>
                </a:lnTo>
                <a:lnTo>
                  <a:pt x="1296001" y="4413136"/>
                </a:lnTo>
                <a:lnTo>
                  <a:pt x="648001" y="4413136"/>
                </a:lnTo>
                <a:lnTo>
                  <a:pt x="648001" y="5061136"/>
                </a:lnTo>
                <a:lnTo>
                  <a:pt x="1" y="5061136"/>
                </a:lnTo>
                <a:lnTo>
                  <a:pt x="1" y="4413136"/>
                </a:lnTo>
                <a:lnTo>
                  <a:pt x="0" y="4413136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200" baseline="0"/>
            </a:lvl1pPr>
          </a:lstStyle>
          <a:p>
            <a:endParaRPr kumimoji="1" lang="en-US" altLang="ja-JP"/>
          </a:p>
          <a:p>
            <a:endParaRPr kumimoji="1" lang="en-US" altLang="ja-JP"/>
          </a:p>
          <a:p>
            <a:endParaRPr kumimoji="1" lang="en-US" altLang="ja-JP"/>
          </a:p>
          <a:p>
            <a:endParaRPr kumimoji="1" lang="en-US" altLang="ja-JP"/>
          </a:p>
          <a:p>
            <a:r>
              <a:rPr kumimoji="1" lang="en-US" altLang="ja-JP"/>
              <a:t>Insert a wide image</a:t>
            </a:r>
            <a:endParaRPr kumimoji="1" lang="ja-JP" altLang="en-US"/>
          </a:p>
        </p:txBody>
      </p:sp>
      <p:sp>
        <p:nvSpPr>
          <p:cNvPr id="7" name="テキスト プレースホルダー 12"/>
          <p:cNvSpPr>
            <a:spLocks noGrp="1"/>
          </p:cNvSpPr>
          <p:nvPr>
            <p:ph type="body" sz="quarter" idx="14" hasCustomPrompt="1"/>
          </p:nvPr>
        </p:nvSpPr>
        <p:spPr>
          <a:xfrm>
            <a:off x="1572126" y="1789843"/>
            <a:ext cx="3885245" cy="4238745"/>
          </a:xfrm>
          <a:solidFill>
            <a:schemeClr val="accent1">
              <a:alpha val="80000"/>
            </a:schemeClr>
          </a:solidFill>
        </p:spPr>
        <p:txBody>
          <a:bodyPr>
            <a:normAutofit/>
          </a:bodyPr>
          <a:lstStyle>
            <a:lvl1pPr>
              <a:defRPr sz="1333" baseline="0"/>
            </a:lvl1pPr>
          </a:lstStyle>
          <a:p>
            <a:pPr lvl="0"/>
            <a:r>
              <a:rPr kumimoji="1" lang="en-US" altLang="ja-JP"/>
              <a:t> </a:t>
            </a:r>
            <a:endParaRPr kumimoji="1" lang="ja-JP" altLang="en-US"/>
          </a:p>
        </p:txBody>
      </p:sp>
      <p:sp>
        <p:nvSpPr>
          <p:cNvPr id="9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1786021" y="2021617"/>
            <a:ext cx="3390741" cy="3775825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40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7735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9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>
        <p:tmplLst>
          <p:tmpl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animBg="1"/>
      <p:bldP spid="7" grpId="0" animBg="1">
        <p:tmplLst>
          <p:tmpl>
            <p:tnLst>
              <p:par>
                <p:cTn presetID="22" presetClass="entr" presetSubtype="1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>
        <p:tmplLst>
          <p:tmpl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Image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/>
              <a:t>Slide Title Goes Here</a:t>
            </a:r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1593851" y="4860134"/>
            <a:ext cx="9004299" cy="1147893"/>
          </a:xfrm>
        </p:spPr>
        <p:txBody>
          <a:bodyPr anchor="ctr">
            <a:normAutofit/>
          </a:bodyPr>
          <a:lstStyle>
            <a:lvl1pPr algn="ctr"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12" name="図プレースホルダー 11"/>
          <p:cNvSpPr>
            <a:spLocks noGrp="1"/>
          </p:cNvSpPr>
          <p:nvPr>
            <p:ph type="pic" sz="quarter" idx="23" hasCustomPrompt="1"/>
          </p:nvPr>
        </p:nvSpPr>
        <p:spPr>
          <a:xfrm>
            <a:off x="0" y="1789843"/>
            <a:ext cx="12191761" cy="4238745"/>
          </a:xfrm>
          <a:custGeom>
            <a:avLst/>
            <a:gdLst>
              <a:gd name="connsiteX0" fmla="*/ 1 w 18287642"/>
              <a:gd name="connsiteY0" fmla="*/ 5709136 h 6357136"/>
              <a:gd name="connsiteX1" fmla="*/ 648001 w 18287642"/>
              <a:gd name="connsiteY1" fmla="*/ 5709136 h 6357136"/>
              <a:gd name="connsiteX2" fmla="*/ 648001 w 18287642"/>
              <a:gd name="connsiteY2" fmla="*/ 6357136 h 6357136"/>
              <a:gd name="connsiteX3" fmla="*/ 1 w 18287642"/>
              <a:gd name="connsiteY3" fmla="*/ 6357136 h 6357136"/>
              <a:gd name="connsiteX4" fmla="*/ 648001 w 18287642"/>
              <a:gd name="connsiteY4" fmla="*/ 5061136 h 6357136"/>
              <a:gd name="connsiteX5" fmla="*/ 1296001 w 18287642"/>
              <a:gd name="connsiteY5" fmla="*/ 5061136 h 6357136"/>
              <a:gd name="connsiteX6" fmla="*/ 1296001 w 18287642"/>
              <a:gd name="connsiteY6" fmla="*/ 5709136 h 6357136"/>
              <a:gd name="connsiteX7" fmla="*/ 648001 w 18287642"/>
              <a:gd name="connsiteY7" fmla="*/ 5709136 h 6357136"/>
              <a:gd name="connsiteX8" fmla="*/ 0 w 18287642"/>
              <a:gd name="connsiteY8" fmla="*/ 0 h 6357136"/>
              <a:gd name="connsiteX9" fmla="*/ 14344650 w 18287642"/>
              <a:gd name="connsiteY9" fmla="*/ 0 h 6357136"/>
              <a:gd name="connsiteX10" fmla="*/ 14344650 w 18287642"/>
              <a:gd name="connsiteY10" fmla="*/ 1699 h 6357136"/>
              <a:gd name="connsiteX11" fmla="*/ 18287642 w 18287642"/>
              <a:gd name="connsiteY11" fmla="*/ 1699 h 6357136"/>
              <a:gd name="connsiteX12" fmla="*/ 18287642 w 18287642"/>
              <a:gd name="connsiteY12" fmla="*/ 4413136 h 6357136"/>
              <a:gd name="connsiteX13" fmla="*/ 1944001 w 18287642"/>
              <a:gd name="connsiteY13" fmla="*/ 4413136 h 6357136"/>
              <a:gd name="connsiteX14" fmla="*/ 1944001 w 18287642"/>
              <a:gd name="connsiteY14" fmla="*/ 5061136 h 6357136"/>
              <a:gd name="connsiteX15" fmla="*/ 1296001 w 18287642"/>
              <a:gd name="connsiteY15" fmla="*/ 5061136 h 6357136"/>
              <a:gd name="connsiteX16" fmla="*/ 1296001 w 18287642"/>
              <a:gd name="connsiteY16" fmla="*/ 4413136 h 6357136"/>
              <a:gd name="connsiteX17" fmla="*/ 648001 w 18287642"/>
              <a:gd name="connsiteY17" fmla="*/ 4413136 h 6357136"/>
              <a:gd name="connsiteX18" fmla="*/ 648001 w 18287642"/>
              <a:gd name="connsiteY18" fmla="*/ 5061136 h 6357136"/>
              <a:gd name="connsiteX19" fmla="*/ 1 w 18287642"/>
              <a:gd name="connsiteY19" fmla="*/ 5061136 h 6357136"/>
              <a:gd name="connsiteX20" fmla="*/ 1 w 18287642"/>
              <a:gd name="connsiteY20" fmla="*/ 4413136 h 6357136"/>
              <a:gd name="connsiteX21" fmla="*/ 0 w 18287642"/>
              <a:gd name="connsiteY21" fmla="*/ 4413136 h 6357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8287642" h="6357136">
                <a:moveTo>
                  <a:pt x="1" y="5709136"/>
                </a:moveTo>
                <a:lnTo>
                  <a:pt x="648001" y="5709136"/>
                </a:lnTo>
                <a:lnTo>
                  <a:pt x="648001" y="6357136"/>
                </a:lnTo>
                <a:lnTo>
                  <a:pt x="1" y="6357136"/>
                </a:lnTo>
                <a:close/>
                <a:moveTo>
                  <a:pt x="648001" y="5061136"/>
                </a:moveTo>
                <a:lnTo>
                  <a:pt x="1296001" y="5061136"/>
                </a:lnTo>
                <a:lnTo>
                  <a:pt x="1296001" y="5709136"/>
                </a:lnTo>
                <a:lnTo>
                  <a:pt x="648001" y="5709136"/>
                </a:lnTo>
                <a:close/>
                <a:moveTo>
                  <a:pt x="0" y="0"/>
                </a:moveTo>
                <a:lnTo>
                  <a:pt x="14344650" y="0"/>
                </a:lnTo>
                <a:lnTo>
                  <a:pt x="14344650" y="1699"/>
                </a:lnTo>
                <a:lnTo>
                  <a:pt x="18287642" y="1699"/>
                </a:lnTo>
                <a:lnTo>
                  <a:pt x="18287642" y="4413136"/>
                </a:lnTo>
                <a:lnTo>
                  <a:pt x="1944001" y="4413136"/>
                </a:lnTo>
                <a:lnTo>
                  <a:pt x="1944001" y="5061136"/>
                </a:lnTo>
                <a:lnTo>
                  <a:pt x="1296001" y="5061136"/>
                </a:lnTo>
                <a:lnTo>
                  <a:pt x="1296001" y="4413136"/>
                </a:lnTo>
                <a:lnTo>
                  <a:pt x="648001" y="4413136"/>
                </a:lnTo>
                <a:lnTo>
                  <a:pt x="648001" y="5061136"/>
                </a:lnTo>
                <a:lnTo>
                  <a:pt x="1" y="5061136"/>
                </a:lnTo>
                <a:lnTo>
                  <a:pt x="1" y="4413136"/>
                </a:lnTo>
                <a:lnTo>
                  <a:pt x="0" y="4413136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200" baseline="0"/>
            </a:lvl1pPr>
          </a:lstStyle>
          <a:p>
            <a:r>
              <a:rPr kumimoji="1" lang="en-US" altLang="ja-JP"/>
              <a:t> </a:t>
            </a:r>
          </a:p>
          <a:p>
            <a:endParaRPr kumimoji="1" lang="en-US" altLang="ja-JP"/>
          </a:p>
          <a:p>
            <a:endParaRPr kumimoji="1" lang="en-US" altLang="ja-JP"/>
          </a:p>
          <a:p>
            <a:endParaRPr kumimoji="1" lang="en-US" altLang="ja-JP"/>
          </a:p>
          <a:p>
            <a:r>
              <a:rPr kumimoji="1" lang="en-US" altLang="ja-JP"/>
              <a:t>Insert a wide image</a:t>
            </a:r>
            <a:endParaRPr kumimoji="1" lang="ja-JP" altLang="en-US"/>
          </a:p>
        </p:txBody>
      </p:sp>
      <p:sp>
        <p:nvSpPr>
          <p:cNvPr id="7" name="テキスト プレースホルダー 12"/>
          <p:cNvSpPr>
            <a:spLocks noGrp="1"/>
          </p:cNvSpPr>
          <p:nvPr>
            <p:ph type="body" sz="quarter" idx="26" hasCustomPrompt="1"/>
          </p:nvPr>
        </p:nvSpPr>
        <p:spPr>
          <a:xfrm>
            <a:off x="0" y="4094458"/>
            <a:ext cx="12191761" cy="629125"/>
          </a:xfrm>
          <a:solidFill>
            <a:schemeClr val="accent1">
              <a:alpha val="50000"/>
            </a:schemeClr>
          </a:solidFill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933" baseline="0">
                <a:solidFill>
                  <a:schemeClr val="bg1"/>
                </a:solidFill>
                <a:latin typeface="Ubuntu Bold" panose="020B0804030602030204" pitchFamily="34" charset="0"/>
              </a:defRPr>
            </a:lvl1pPr>
          </a:lstStyle>
          <a:p>
            <a:pPr lvl="0"/>
            <a:r>
              <a:rPr kumimoji="1" lang="en-US" altLang="ja-JP"/>
              <a:t> </a:t>
            </a:r>
            <a:endParaRPr kumimoji="1" lang="ja-JP" altLang="en-US"/>
          </a:p>
        </p:txBody>
      </p:sp>
      <p:sp>
        <p:nvSpPr>
          <p:cNvPr id="9" name="テキスト プレースホルダー 12"/>
          <p:cNvSpPr>
            <a:spLocks noGrp="1"/>
          </p:cNvSpPr>
          <p:nvPr>
            <p:ph type="body" sz="quarter" idx="17" hasCustomPrompt="1"/>
          </p:nvPr>
        </p:nvSpPr>
        <p:spPr>
          <a:xfrm>
            <a:off x="1593851" y="4105647"/>
            <a:ext cx="9004299" cy="58841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6162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animBg="1"/>
      <p:bldP spid="7" grpId="0" animBg="1">
        <p:tmplLst>
          <p:tmpl>
            <p:tnLst>
              <p:par>
                <p:cTn presetID="16" presetClass="entr" presetSubtype="37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outVertical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&amp; Cent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/>
              <a:t>Slide Title Goes Here</a:t>
            </a:r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正方形/長方形 10"/>
          <p:cNvSpPr/>
          <p:nvPr userDrawn="1"/>
        </p:nvSpPr>
        <p:spPr>
          <a:xfrm>
            <a:off x="4062413" y="1789919"/>
            <a:ext cx="4067175" cy="29479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4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1593851" y="4860134"/>
            <a:ext cx="9004299" cy="1147893"/>
          </a:xfrm>
        </p:spPr>
        <p:txBody>
          <a:bodyPr anchor="ctr">
            <a:normAutofit/>
          </a:bodyPr>
          <a:lstStyle>
            <a:lvl1pPr algn="ctr"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27" name="図プレースホルダー 25"/>
          <p:cNvSpPr>
            <a:spLocks noGrp="1"/>
          </p:cNvSpPr>
          <p:nvPr>
            <p:ph type="pic" sz="quarter" idx="14" hasCustomPrompt="1"/>
          </p:nvPr>
        </p:nvSpPr>
        <p:spPr>
          <a:xfrm>
            <a:off x="4408927" y="2355586"/>
            <a:ext cx="412659" cy="412723"/>
          </a:xfrm>
        </p:spPr>
        <p:txBody>
          <a:bodyPr>
            <a:normAutofit/>
          </a:bodyPr>
          <a:lstStyle>
            <a:lvl1pPr>
              <a:defRPr sz="933"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Icon</a:t>
            </a:r>
            <a:endParaRPr kumimoji="1" lang="ja-JP" altLang="en-US"/>
          </a:p>
        </p:txBody>
      </p:sp>
      <p:sp>
        <p:nvSpPr>
          <p:cNvPr id="29" name="テキスト プレースホルダー 12"/>
          <p:cNvSpPr>
            <a:spLocks noGrp="1"/>
          </p:cNvSpPr>
          <p:nvPr>
            <p:ph type="body" sz="quarter" idx="48" hasCustomPrompt="1"/>
          </p:nvPr>
        </p:nvSpPr>
        <p:spPr>
          <a:xfrm>
            <a:off x="4902201" y="2305776"/>
            <a:ext cx="2875871" cy="498098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30" name="図プレースホルダー 29"/>
          <p:cNvSpPr>
            <a:spLocks noGrp="1"/>
          </p:cNvSpPr>
          <p:nvPr>
            <p:ph type="pic" sz="quarter" idx="49" hasCustomPrompt="1"/>
          </p:nvPr>
        </p:nvSpPr>
        <p:spPr>
          <a:xfrm>
            <a:off x="1" y="1789918"/>
            <a:ext cx="4062411" cy="2947913"/>
          </a:xfrm>
        </p:spPr>
        <p:txBody>
          <a:bodyPr>
            <a:normAutofit/>
          </a:bodyPr>
          <a:lstStyle>
            <a:lvl1pPr>
              <a:defRPr sz="1333" baseline="0"/>
            </a:lvl1pPr>
          </a:lstStyle>
          <a:p>
            <a:r>
              <a:rPr kumimoji="1" lang="en-US" altLang="ja-JP"/>
              <a:t>Insert an image</a:t>
            </a:r>
            <a:endParaRPr kumimoji="1" lang="ja-JP" altLang="en-US"/>
          </a:p>
        </p:txBody>
      </p:sp>
      <p:sp>
        <p:nvSpPr>
          <p:cNvPr id="31" name="図プレースホルダー 29"/>
          <p:cNvSpPr>
            <a:spLocks noGrp="1"/>
          </p:cNvSpPr>
          <p:nvPr>
            <p:ph type="pic" sz="quarter" idx="50" hasCustomPrompt="1"/>
          </p:nvPr>
        </p:nvSpPr>
        <p:spPr>
          <a:xfrm>
            <a:off x="8129351" y="1789918"/>
            <a:ext cx="4062411" cy="2947913"/>
          </a:xfrm>
        </p:spPr>
        <p:txBody>
          <a:bodyPr>
            <a:normAutofit/>
          </a:bodyPr>
          <a:lstStyle>
            <a:lvl1pPr>
              <a:defRPr sz="1333"/>
            </a:lvl1pPr>
          </a:lstStyle>
          <a:p>
            <a:r>
              <a:rPr kumimoji="1" lang="en-US" altLang="ja-JP"/>
              <a:t>Insert an image</a:t>
            </a:r>
            <a:endParaRPr kumimoji="1" lang="ja-JP" altLang="en-US"/>
          </a:p>
        </p:txBody>
      </p:sp>
      <p:sp>
        <p:nvSpPr>
          <p:cNvPr id="32" name="図プレースホルダー 25"/>
          <p:cNvSpPr>
            <a:spLocks noGrp="1"/>
          </p:cNvSpPr>
          <p:nvPr>
            <p:ph type="pic" sz="quarter" idx="51" hasCustomPrompt="1"/>
          </p:nvPr>
        </p:nvSpPr>
        <p:spPr>
          <a:xfrm>
            <a:off x="4408927" y="3112923"/>
            <a:ext cx="412659" cy="412723"/>
          </a:xfrm>
        </p:spPr>
        <p:txBody>
          <a:bodyPr>
            <a:normAutofit/>
          </a:bodyPr>
          <a:lstStyle>
            <a:lvl1pPr>
              <a:defRPr sz="933"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Icon</a:t>
            </a:r>
            <a:endParaRPr kumimoji="1" lang="ja-JP" altLang="en-US"/>
          </a:p>
        </p:txBody>
      </p:sp>
      <p:sp>
        <p:nvSpPr>
          <p:cNvPr id="33" name="テキスト プレースホルダー 12"/>
          <p:cNvSpPr>
            <a:spLocks noGrp="1"/>
          </p:cNvSpPr>
          <p:nvPr>
            <p:ph type="body" sz="quarter" idx="52" hasCustomPrompt="1"/>
          </p:nvPr>
        </p:nvSpPr>
        <p:spPr>
          <a:xfrm>
            <a:off x="4902201" y="3063113"/>
            <a:ext cx="2875871" cy="498098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34" name="図プレースホルダー 25"/>
          <p:cNvSpPr>
            <a:spLocks noGrp="1"/>
          </p:cNvSpPr>
          <p:nvPr>
            <p:ph type="pic" sz="quarter" idx="53" hasCustomPrompt="1"/>
          </p:nvPr>
        </p:nvSpPr>
        <p:spPr>
          <a:xfrm>
            <a:off x="4408927" y="3870260"/>
            <a:ext cx="412659" cy="412723"/>
          </a:xfrm>
        </p:spPr>
        <p:txBody>
          <a:bodyPr>
            <a:normAutofit/>
          </a:bodyPr>
          <a:lstStyle>
            <a:lvl1pPr>
              <a:defRPr sz="933"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Icon</a:t>
            </a:r>
            <a:endParaRPr kumimoji="1" lang="ja-JP" altLang="en-US"/>
          </a:p>
        </p:txBody>
      </p:sp>
      <p:sp>
        <p:nvSpPr>
          <p:cNvPr id="35" name="テキスト プレースホルダー 12"/>
          <p:cNvSpPr>
            <a:spLocks noGrp="1"/>
          </p:cNvSpPr>
          <p:nvPr>
            <p:ph type="body" sz="quarter" idx="54" hasCustomPrompt="1"/>
          </p:nvPr>
        </p:nvSpPr>
        <p:spPr>
          <a:xfrm>
            <a:off x="4902201" y="3820450"/>
            <a:ext cx="2875871" cy="498098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7355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000"/>
                            </p:stCondLst>
                            <p:childTnLst>
                              <p:par>
                                <p:cTn id="48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/>
      <p:bldP spid="29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/>
      <p:bldP spid="31" grpId="0"/>
      <p:bldP spid="32" grpId="0"/>
      <p:bldP spid="33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/>
      <p:bldP spid="3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nter Phone  &amp; 4 Icons, Headings, Descri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/>
              <a:t>Slide Title Goes Here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1298002" y="2475792"/>
            <a:ext cx="3297039" cy="1371415"/>
          </a:xfrm>
        </p:spPr>
        <p:txBody>
          <a:bodyPr>
            <a:normAutofit/>
          </a:bodyPr>
          <a:lstStyle>
            <a:lvl1pPr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24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1298002" y="1816142"/>
            <a:ext cx="3297039" cy="498098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133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25" name="正方形/長方形 24"/>
          <p:cNvSpPr/>
          <p:nvPr userDrawn="1"/>
        </p:nvSpPr>
        <p:spPr>
          <a:xfrm>
            <a:off x="1371970" y="2326331"/>
            <a:ext cx="1218599" cy="480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26" name="円/楕円 4"/>
          <p:cNvSpPr/>
          <p:nvPr userDrawn="1"/>
        </p:nvSpPr>
        <p:spPr>
          <a:xfrm>
            <a:off x="417724" y="1946892"/>
            <a:ext cx="757677" cy="758880"/>
          </a:xfrm>
          <a:prstGeom prst="rect">
            <a:avLst/>
          </a:prstGeom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27" name="図プレースホルダー 25"/>
          <p:cNvSpPr>
            <a:spLocks noGrp="1"/>
          </p:cNvSpPr>
          <p:nvPr>
            <p:ph type="pic" sz="quarter" idx="14" hasCustomPrompt="1"/>
          </p:nvPr>
        </p:nvSpPr>
        <p:spPr>
          <a:xfrm>
            <a:off x="586562" y="2116298"/>
            <a:ext cx="420000" cy="420065"/>
          </a:xfrm>
        </p:spPr>
        <p:txBody>
          <a:bodyPr>
            <a:normAutofit/>
          </a:bodyPr>
          <a:lstStyle>
            <a:lvl1pPr>
              <a:defRPr sz="933"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Icon</a:t>
            </a:r>
            <a:endParaRPr kumimoji="1" lang="ja-JP" altLang="en-US"/>
          </a:p>
        </p:txBody>
      </p:sp>
      <p:sp>
        <p:nvSpPr>
          <p:cNvPr id="28" name="テキスト プレースホルダー 12"/>
          <p:cNvSpPr>
            <a:spLocks noGrp="1"/>
          </p:cNvSpPr>
          <p:nvPr>
            <p:ph type="body" sz="quarter" idx="16" hasCustomPrompt="1"/>
          </p:nvPr>
        </p:nvSpPr>
        <p:spPr>
          <a:xfrm>
            <a:off x="7592186" y="2517761"/>
            <a:ext cx="3353806" cy="1371415"/>
          </a:xfrm>
        </p:spPr>
        <p:txBody>
          <a:bodyPr>
            <a:normAutofit/>
          </a:bodyPr>
          <a:lstStyle>
            <a:lvl1pPr algn="r"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29" name="テキスト プレースホルダー 12"/>
          <p:cNvSpPr>
            <a:spLocks noGrp="1"/>
          </p:cNvSpPr>
          <p:nvPr>
            <p:ph type="body" sz="quarter" idx="17" hasCustomPrompt="1"/>
          </p:nvPr>
        </p:nvSpPr>
        <p:spPr>
          <a:xfrm>
            <a:off x="7592186" y="1858111"/>
            <a:ext cx="3353806" cy="498098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133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9640661" y="2368301"/>
            <a:ext cx="1218599" cy="480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 sz="1200"/>
          </a:p>
        </p:txBody>
      </p:sp>
      <p:sp>
        <p:nvSpPr>
          <p:cNvPr id="31" name="円/楕円 4"/>
          <p:cNvSpPr/>
          <p:nvPr userDrawn="1"/>
        </p:nvSpPr>
        <p:spPr>
          <a:xfrm>
            <a:off x="11028099" y="1988861"/>
            <a:ext cx="757677" cy="758880"/>
          </a:xfrm>
          <a:prstGeom prst="rect">
            <a:avLst/>
          </a:prstGeom>
          <a:solidFill>
            <a:schemeClr val="accent2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32" name="図プレースホルダー 25"/>
          <p:cNvSpPr>
            <a:spLocks noGrp="1"/>
          </p:cNvSpPr>
          <p:nvPr>
            <p:ph type="pic" sz="quarter" idx="18" hasCustomPrompt="1"/>
          </p:nvPr>
        </p:nvSpPr>
        <p:spPr>
          <a:xfrm>
            <a:off x="11196937" y="2158268"/>
            <a:ext cx="420000" cy="420065"/>
          </a:xfrm>
        </p:spPr>
        <p:txBody>
          <a:bodyPr>
            <a:normAutofit/>
          </a:bodyPr>
          <a:lstStyle>
            <a:lvl1pPr>
              <a:defRPr sz="933"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Icon</a:t>
            </a:r>
            <a:endParaRPr kumimoji="1" lang="ja-JP" altLang="en-US"/>
          </a:p>
        </p:txBody>
      </p:sp>
      <p:sp>
        <p:nvSpPr>
          <p:cNvPr id="33" name="テキスト プレースホルダー 12"/>
          <p:cNvSpPr>
            <a:spLocks noGrp="1"/>
          </p:cNvSpPr>
          <p:nvPr>
            <p:ph type="body" sz="quarter" idx="19" hasCustomPrompt="1"/>
          </p:nvPr>
        </p:nvSpPr>
        <p:spPr>
          <a:xfrm>
            <a:off x="1298002" y="4668406"/>
            <a:ext cx="3297039" cy="1371415"/>
          </a:xfrm>
        </p:spPr>
        <p:txBody>
          <a:bodyPr>
            <a:normAutofit/>
          </a:bodyPr>
          <a:lstStyle>
            <a:lvl1pPr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34" name="テキスト プレースホルダー 12"/>
          <p:cNvSpPr>
            <a:spLocks noGrp="1"/>
          </p:cNvSpPr>
          <p:nvPr>
            <p:ph type="body" sz="quarter" idx="20" hasCustomPrompt="1"/>
          </p:nvPr>
        </p:nvSpPr>
        <p:spPr>
          <a:xfrm>
            <a:off x="1298002" y="4008757"/>
            <a:ext cx="3297039" cy="498098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133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35" name="正方形/長方形 34"/>
          <p:cNvSpPr/>
          <p:nvPr userDrawn="1"/>
        </p:nvSpPr>
        <p:spPr>
          <a:xfrm>
            <a:off x="1371970" y="4518946"/>
            <a:ext cx="1218599" cy="4801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36" name="円/楕円 4"/>
          <p:cNvSpPr/>
          <p:nvPr userDrawn="1"/>
        </p:nvSpPr>
        <p:spPr>
          <a:xfrm>
            <a:off x="417724" y="4139506"/>
            <a:ext cx="757677" cy="758880"/>
          </a:xfrm>
          <a:prstGeom prst="rect">
            <a:avLst/>
          </a:prstGeom>
          <a:solidFill>
            <a:schemeClr val="accent3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37" name="図プレースホルダー 25"/>
          <p:cNvSpPr>
            <a:spLocks noGrp="1"/>
          </p:cNvSpPr>
          <p:nvPr>
            <p:ph type="pic" sz="quarter" idx="21" hasCustomPrompt="1"/>
          </p:nvPr>
        </p:nvSpPr>
        <p:spPr>
          <a:xfrm>
            <a:off x="586562" y="4308913"/>
            <a:ext cx="420000" cy="420065"/>
          </a:xfrm>
        </p:spPr>
        <p:txBody>
          <a:bodyPr>
            <a:normAutofit/>
          </a:bodyPr>
          <a:lstStyle>
            <a:lvl1pPr>
              <a:defRPr sz="933"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Icon</a:t>
            </a:r>
            <a:endParaRPr kumimoji="1" lang="ja-JP" altLang="en-US"/>
          </a:p>
        </p:txBody>
      </p:sp>
      <p:sp>
        <p:nvSpPr>
          <p:cNvPr id="38" name="テキスト プレースホルダー 12"/>
          <p:cNvSpPr>
            <a:spLocks noGrp="1"/>
          </p:cNvSpPr>
          <p:nvPr>
            <p:ph type="body" sz="quarter" idx="22" hasCustomPrompt="1"/>
          </p:nvPr>
        </p:nvSpPr>
        <p:spPr>
          <a:xfrm>
            <a:off x="7592186" y="4668406"/>
            <a:ext cx="3353806" cy="1371415"/>
          </a:xfrm>
        </p:spPr>
        <p:txBody>
          <a:bodyPr>
            <a:normAutofit/>
          </a:bodyPr>
          <a:lstStyle>
            <a:lvl1pPr algn="r"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39" name="テキスト プレースホルダー 12"/>
          <p:cNvSpPr>
            <a:spLocks noGrp="1"/>
          </p:cNvSpPr>
          <p:nvPr>
            <p:ph type="body" sz="quarter" idx="23" hasCustomPrompt="1"/>
          </p:nvPr>
        </p:nvSpPr>
        <p:spPr>
          <a:xfrm>
            <a:off x="7592186" y="4008757"/>
            <a:ext cx="3353806" cy="498098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133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40" name="正方形/長方形 39"/>
          <p:cNvSpPr/>
          <p:nvPr userDrawn="1"/>
        </p:nvSpPr>
        <p:spPr>
          <a:xfrm>
            <a:off x="9640661" y="4518946"/>
            <a:ext cx="1218599" cy="480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 sz="1200"/>
          </a:p>
        </p:txBody>
      </p:sp>
      <p:sp>
        <p:nvSpPr>
          <p:cNvPr id="41" name="円/楕円 4"/>
          <p:cNvSpPr/>
          <p:nvPr userDrawn="1"/>
        </p:nvSpPr>
        <p:spPr>
          <a:xfrm>
            <a:off x="11028099" y="4139506"/>
            <a:ext cx="757677" cy="758880"/>
          </a:xfrm>
          <a:prstGeom prst="rect">
            <a:avLst/>
          </a:prstGeom>
          <a:solidFill>
            <a:schemeClr val="accent5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42" name="図プレースホルダー 25"/>
          <p:cNvSpPr>
            <a:spLocks noGrp="1"/>
          </p:cNvSpPr>
          <p:nvPr>
            <p:ph type="pic" sz="quarter" idx="24" hasCustomPrompt="1"/>
          </p:nvPr>
        </p:nvSpPr>
        <p:spPr>
          <a:xfrm>
            <a:off x="11196937" y="4308913"/>
            <a:ext cx="420000" cy="420065"/>
          </a:xfrm>
        </p:spPr>
        <p:txBody>
          <a:bodyPr>
            <a:normAutofit/>
          </a:bodyPr>
          <a:lstStyle>
            <a:lvl1pPr>
              <a:defRPr sz="933"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Icon</a:t>
            </a:r>
            <a:endParaRPr kumimoji="1" lang="ja-JP" altLang="en-US"/>
          </a:p>
        </p:txBody>
      </p:sp>
      <p:pic>
        <p:nvPicPr>
          <p:cNvPr id="43" name="図 4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1069" y="1485964"/>
            <a:ext cx="2389092" cy="4882200"/>
          </a:xfrm>
          <a:prstGeom prst="rect">
            <a:avLst/>
          </a:prstGeom>
          <a:effectLst/>
        </p:spPr>
      </p:pic>
      <p:sp>
        <p:nvSpPr>
          <p:cNvPr id="44" name="図プレースホルダー 2"/>
          <p:cNvSpPr>
            <a:spLocks noGrp="1"/>
          </p:cNvSpPr>
          <p:nvPr>
            <p:ph type="pic" sz="quarter" idx="25" hasCustomPrompt="1"/>
          </p:nvPr>
        </p:nvSpPr>
        <p:spPr>
          <a:xfrm>
            <a:off x="5095240" y="2110617"/>
            <a:ext cx="2037081" cy="3656073"/>
          </a:xfrm>
        </p:spPr>
        <p:txBody>
          <a:bodyPr>
            <a:normAutofit/>
          </a:bodyPr>
          <a:lstStyle>
            <a:lvl1pPr>
              <a:defRPr sz="1333"/>
            </a:lvl1pPr>
          </a:lstStyle>
          <a:p>
            <a:r>
              <a:rPr kumimoji="1" lang="en-US" altLang="ja-JP"/>
              <a:t>Add an image</a:t>
            </a:r>
            <a:endParaRPr kumimoji="1" lang="ja-JP" altLang="en-US"/>
          </a:p>
        </p:txBody>
      </p:sp>
      <p:sp>
        <p:nvSpPr>
          <p:cNvPr id="45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4038600" y="6389527"/>
            <a:ext cx="4114800" cy="365125"/>
          </a:xfrm>
        </p:spPr>
        <p:txBody>
          <a:bodyPr/>
          <a:lstStyle/>
          <a:p>
            <a:r>
              <a:rPr lang="en-US"/>
              <a:t>The Power of PowerPoint | thepopp.com</a:t>
            </a:r>
          </a:p>
        </p:txBody>
      </p:sp>
    </p:spTree>
    <p:extLst>
      <p:ext uri="{BB962C8B-B14F-4D97-AF65-F5344CB8AC3E}">
        <p14:creationId xmlns:p14="http://schemas.microsoft.com/office/powerpoint/2010/main" val="2590451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250"/>
                            </p:stCondLst>
                            <p:childTnLst>
                              <p:par>
                                <p:cTn id="4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750"/>
                            </p:stCondLst>
                            <p:childTnLst>
                              <p:par>
                                <p:cTn id="5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250"/>
                            </p:stCondLst>
                            <p:childTnLst>
                              <p:par>
                                <p:cTn id="58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0"/>
                            </p:stCondLst>
                            <p:childTnLst>
                              <p:par>
                                <p:cTn id="67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5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6000"/>
                            </p:stCondLst>
                            <p:childTnLst>
                              <p:par>
                                <p:cTn id="80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6750"/>
                            </p:stCondLst>
                            <p:childTnLst>
                              <p:par>
                                <p:cTn id="89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7250"/>
                            </p:stCondLst>
                            <p:childTnLst>
                              <p:par>
                                <p:cTn id="9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animBg="1"/>
      <p:bldP spid="26" grpId="0" animBg="1"/>
      <p:bldP spid="27" grpId="0"/>
      <p:bldP spid="28" grpId="0">
        <p:tmplLst>
          <p:tmpl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animBg="1"/>
      <p:bldP spid="31" grpId="0" animBg="1"/>
      <p:bldP spid="32" grpId="0"/>
      <p:bldP spid="33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animBg="1"/>
      <p:bldP spid="36" grpId="0" animBg="1"/>
      <p:bldP spid="37" grpId="0"/>
      <p:bldP spid="38" grpId="0">
        <p:tmplLst>
          <p:tmpl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animBg="1"/>
      <p:bldP spid="41" grpId="0" animBg="1"/>
      <p:bldP spid="42" grpId="0"/>
      <p:bldP spid="44" grpId="0"/>
    </p:bldLst>
  </p:timing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nter Image &amp; 4 Icons, Headings, Descri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/>
              <a:t>Slide Title Goes Here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4084431" y="1296810"/>
            <a:ext cx="4046104" cy="5561191"/>
          </a:xfrm>
          <a:solidFill>
            <a:schemeClr val="bg1"/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/>
              <a:t>Insert an image</a:t>
            </a:r>
            <a:endParaRPr kumimoji="1" lang="ja-JP" altLang="en-US"/>
          </a:p>
        </p:txBody>
      </p:sp>
      <p:sp>
        <p:nvSpPr>
          <p:cNvPr id="23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1298003" y="2475792"/>
            <a:ext cx="2833731" cy="1371415"/>
          </a:xfrm>
        </p:spPr>
        <p:txBody>
          <a:bodyPr>
            <a:normAutofit/>
          </a:bodyPr>
          <a:lstStyle>
            <a:lvl1pPr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24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1298003" y="1816142"/>
            <a:ext cx="2833731" cy="498098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133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25" name="正方形/長方形 24"/>
          <p:cNvSpPr/>
          <p:nvPr userDrawn="1"/>
        </p:nvSpPr>
        <p:spPr>
          <a:xfrm>
            <a:off x="1371970" y="2326331"/>
            <a:ext cx="1218599" cy="480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26" name="円/楕円 4"/>
          <p:cNvSpPr/>
          <p:nvPr userDrawn="1"/>
        </p:nvSpPr>
        <p:spPr>
          <a:xfrm>
            <a:off x="417724" y="1946892"/>
            <a:ext cx="757677" cy="758880"/>
          </a:xfrm>
          <a:prstGeom prst="rect">
            <a:avLst/>
          </a:prstGeom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27" name="図プレースホルダー 25"/>
          <p:cNvSpPr>
            <a:spLocks noGrp="1"/>
          </p:cNvSpPr>
          <p:nvPr>
            <p:ph type="pic" sz="quarter" idx="14" hasCustomPrompt="1"/>
          </p:nvPr>
        </p:nvSpPr>
        <p:spPr>
          <a:xfrm>
            <a:off x="586562" y="2116298"/>
            <a:ext cx="420000" cy="420065"/>
          </a:xfrm>
        </p:spPr>
        <p:txBody>
          <a:bodyPr>
            <a:normAutofit/>
          </a:bodyPr>
          <a:lstStyle>
            <a:lvl1pPr>
              <a:defRPr sz="933"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Icon</a:t>
            </a:r>
            <a:endParaRPr kumimoji="1" lang="ja-JP" altLang="en-US"/>
          </a:p>
        </p:txBody>
      </p:sp>
      <p:sp>
        <p:nvSpPr>
          <p:cNvPr id="28" name="テキスト プレースホルダー 12"/>
          <p:cNvSpPr>
            <a:spLocks noGrp="1"/>
          </p:cNvSpPr>
          <p:nvPr>
            <p:ph type="body" sz="quarter" idx="16" hasCustomPrompt="1"/>
          </p:nvPr>
        </p:nvSpPr>
        <p:spPr>
          <a:xfrm>
            <a:off x="8112261" y="2517761"/>
            <a:ext cx="2833731" cy="1371415"/>
          </a:xfrm>
        </p:spPr>
        <p:txBody>
          <a:bodyPr>
            <a:normAutofit/>
          </a:bodyPr>
          <a:lstStyle>
            <a:lvl1pPr algn="r"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29" name="テキスト プレースホルダー 12"/>
          <p:cNvSpPr>
            <a:spLocks noGrp="1"/>
          </p:cNvSpPr>
          <p:nvPr>
            <p:ph type="body" sz="quarter" idx="17" hasCustomPrompt="1"/>
          </p:nvPr>
        </p:nvSpPr>
        <p:spPr>
          <a:xfrm>
            <a:off x="8112261" y="1858111"/>
            <a:ext cx="2833731" cy="498098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133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9640661" y="2368301"/>
            <a:ext cx="1218599" cy="480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 sz="1200"/>
          </a:p>
        </p:txBody>
      </p:sp>
      <p:sp>
        <p:nvSpPr>
          <p:cNvPr id="31" name="円/楕円 4"/>
          <p:cNvSpPr/>
          <p:nvPr userDrawn="1"/>
        </p:nvSpPr>
        <p:spPr>
          <a:xfrm>
            <a:off x="11028099" y="1988861"/>
            <a:ext cx="757677" cy="758880"/>
          </a:xfrm>
          <a:prstGeom prst="rect">
            <a:avLst/>
          </a:prstGeom>
          <a:solidFill>
            <a:schemeClr val="accent2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32" name="図プレースホルダー 25"/>
          <p:cNvSpPr>
            <a:spLocks noGrp="1"/>
          </p:cNvSpPr>
          <p:nvPr>
            <p:ph type="pic" sz="quarter" idx="18" hasCustomPrompt="1"/>
          </p:nvPr>
        </p:nvSpPr>
        <p:spPr>
          <a:xfrm>
            <a:off x="11196937" y="2158268"/>
            <a:ext cx="420000" cy="420065"/>
          </a:xfrm>
        </p:spPr>
        <p:txBody>
          <a:bodyPr>
            <a:normAutofit/>
          </a:bodyPr>
          <a:lstStyle>
            <a:lvl1pPr>
              <a:defRPr sz="933"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Icon</a:t>
            </a:r>
            <a:endParaRPr kumimoji="1" lang="ja-JP" altLang="en-US"/>
          </a:p>
        </p:txBody>
      </p:sp>
      <p:sp>
        <p:nvSpPr>
          <p:cNvPr id="33" name="テキスト プレースホルダー 12"/>
          <p:cNvSpPr>
            <a:spLocks noGrp="1"/>
          </p:cNvSpPr>
          <p:nvPr>
            <p:ph type="body" sz="quarter" idx="19" hasCustomPrompt="1"/>
          </p:nvPr>
        </p:nvSpPr>
        <p:spPr>
          <a:xfrm>
            <a:off x="1298003" y="4668406"/>
            <a:ext cx="2833731" cy="1371415"/>
          </a:xfrm>
        </p:spPr>
        <p:txBody>
          <a:bodyPr>
            <a:normAutofit/>
          </a:bodyPr>
          <a:lstStyle>
            <a:lvl1pPr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34" name="テキスト プレースホルダー 12"/>
          <p:cNvSpPr>
            <a:spLocks noGrp="1"/>
          </p:cNvSpPr>
          <p:nvPr>
            <p:ph type="body" sz="quarter" idx="20" hasCustomPrompt="1"/>
          </p:nvPr>
        </p:nvSpPr>
        <p:spPr>
          <a:xfrm>
            <a:off x="1298003" y="4008757"/>
            <a:ext cx="2833731" cy="498098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133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35" name="正方形/長方形 34"/>
          <p:cNvSpPr/>
          <p:nvPr userDrawn="1"/>
        </p:nvSpPr>
        <p:spPr>
          <a:xfrm>
            <a:off x="1371970" y="4518946"/>
            <a:ext cx="1218599" cy="4801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36" name="円/楕円 4"/>
          <p:cNvSpPr/>
          <p:nvPr userDrawn="1"/>
        </p:nvSpPr>
        <p:spPr>
          <a:xfrm>
            <a:off x="417724" y="4139506"/>
            <a:ext cx="757677" cy="758880"/>
          </a:xfrm>
          <a:prstGeom prst="rect">
            <a:avLst/>
          </a:prstGeom>
          <a:solidFill>
            <a:schemeClr val="accent3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37" name="図プレースホルダー 25"/>
          <p:cNvSpPr>
            <a:spLocks noGrp="1"/>
          </p:cNvSpPr>
          <p:nvPr>
            <p:ph type="pic" sz="quarter" idx="21" hasCustomPrompt="1"/>
          </p:nvPr>
        </p:nvSpPr>
        <p:spPr>
          <a:xfrm>
            <a:off x="586562" y="4308913"/>
            <a:ext cx="420000" cy="420065"/>
          </a:xfrm>
        </p:spPr>
        <p:txBody>
          <a:bodyPr>
            <a:normAutofit/>
          </a:bodyPr>
          <a:lstStyle>
            <a:lvl1pPr>
              <a:defRPr sz="933"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Icon</a:t>
            </a:r>
            <a:endParaRPr kumimoji="1" lang="ja-JP" altLang="en-US"/>
          </a:p>
        </p:txBody>
      </p:sp>
      <p:sp>
        <p:nvSpPr>
          <p:cNvPr id="38" name="テキスト プレースホルダー 12"/>
          <p:cNvSpPr>
            <a:spLocks noGrp="1"/>
          </p:cNvSpPr>
          <p:nvPr>
            <p:ph type="body" sz="quarter" idx="22" hasCustomPrompt="1"/>
          </p:nvPr>
        </p:nvSpPr>
        <p:spPr>
          <a:xfrm>
            <a:off x="8112261" y="4668406"/>
            <a:ext cx="2833731" cy="1371415"/>
          </a:xfrm>
        </p:spPr>
        <p:txBody>
          <a:bodyPr>
            <a:normAutofit/>
          </a:bodyPr>
          <a:lstStyle>
            <a:lvl1pPr algn="r"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39" name="テキスト プレースホルダー 12"/>
          <p:cNvSpPr>
            <a:spLocks noGrp="1"/>
          </p:cNvSpPr>
          <p:nvPr>
            <p:ph type="body" sz="quarter" idx="23" hasCustomPrompt="1"/>
          </p:nvPr>
        </p:nvSpPr>
        <p:spPr>
          <a:xfrm>
            <a:off x="8112261" y="4008757"/>
            <a:ext cx="2833731" cy="498098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133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40" name="正方形/長方形 39"/>
          <p:cNvSpPr/>
          <p:nvPr userDrawn="1"/>
        </p:nvSpPr>
        <p:spPr>
          <a:xfrm>
            <a:off x="9640661" y="4518946"/>
            <a:ext cx="1218599" cy="480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 sz="1200"/>
          </a:p>
        </p:txBody>
      </p:sp>
      <p:sp>
        <p:nvSpPr>
          <p:cNvPr id="41" name="円/楕円 4"/>
          <p:cNvSpPr/>
          <p:nvPr userDrawn="1"/>
        </p:nvSpPr>
        <p:spPr>
          <a:xfrm>
            <a:off x="11028099" y="4139506"/>
            <a:ext cx="757677" cy="758880"/>
          </a:xfrm>
          <a:prstGeom prst="rect">
            <a:avLst/>
          </a:prstGeom>
          <a:solidFill>
            <a:schemeClr val="accent5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42" name="図プレースホルダー 25"/>
          <p:cNvSpPr>
            <a:spLocks noGrp="1"/>
          </p:cNvSpPr>
          <p:nvPr>
            <p:ph type="pic" sz="quarter" idx="24" hasCustomPrompt="1"/>
          </p:nvPr>
        </p:nvSpPr>
        <p:spPr>
          <a:xfrm>
            <a:off x="11196937" y="4308913"/>
            <a:ext cx="420000" cy="420065"/>
          </a:xfrm>
        </p:spPr>
        <p:txBody>
          <a:bodyPr>
            <a:normAutofit/>
          </a:bodyPr>
          <a:lstStyle>
            <a:lvl1pPr>
              <a:defRPr sz="933"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Icon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8494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50"/>
                            </p:stCondLst>
                            <p:childTnLst>
                              <p:par>
                                <p:cTn id="18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75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250"/>
                            </p:stCondLst>
                            <p:childTnLst>
                              <p:par>
                                <p:cTn id="31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500"/>
                            </p:stCondLst>
                            <p:childTnLst>
                              <p:par>
                                <p:cTn id="4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000"/>
                            </p:stCondLst>
                            <p:childTnLst>
                              <p:par>
                                <p:cTn id="5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750"/>
                            </p:stCondLst>
                            <p:childTnLst>
                              <p:par>
                                <p:cTn id="62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25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750"/>
                            </p:stCondLst>
                            <p:childTnLst>
                              <p:par>
                                <p:cTn id="7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6500"/>
                            </p:stCondLst>
                            <p:childTnLst>
                              <p:par>
                                <p:cTn id="84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7000"/>
                            </p:stCondLst>
                            <p:childTnLst>
                              <p:par>
                                <p:cTn id="9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animBg="1"/>
      <p:bldP spid="26" grpId="0" animBg="1"/>
      <p:bldP spid="27" grpId="0"/>
      <p:bldP spid="28" grpId="0">
        <p:tmplLst>
          <p:tmpl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animBg="1"/>
      <p:bldP spid="31" grpId="0" animBg="1"/>
      <p:bldP spid="32" grpId="0"/>
      <p:bldP spid="33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animBg="1"/>
      <p:bldP spid="36" grpId="0" animBg="1"/>
      <p:bldP spid="37" grpId="0"/>
      <p:bldP spid="38" grpId="0">
        <p:tmplLst>
          <p:tmpl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animBg="1"/>
      <p:bldP spid="41" grpId="0" animBg="1"/>
      <p:bldP spid="42" grpId="0"/>
    </p:bldLst>
  </p:timing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, Headings &amp;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/>
              <a:t>Slide Title Goes Here</a:t>
            </a:r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3" name="図プレースホルダー 32"/>
          <p:cNvSpPr>
            <a:spLocks noGrp="1"/>
          </p:cNvSpPr>
          <p:nvPr>
            <p:ph type="pic" sz="quarter" idx="13" hasCustomPrompt="1"/>
          </p:nvPr>
        </p:nvSpPr>
        <p:spPr>
          <a:xfrm>
            <a:off x="5675337" y="1680892"/>
            <a:ext cx="6517714" cy="2638862"/>
          </a:xfrm>
          <a:custGeom>
            <a:avLst/>
            <a:gdLst>
              <a:gd name="connsiteX0" fmla="*/ 0 w 9776571"/>
              <a:gd name="connsiteY0" fmla="*/ 45 h 3957682"/>
              <a:gd name="connsiteX1" fmla="*/ 648000 w 9776571"/>
              <a:gd name="connsiteY1" fmla="*/ 45 h 3957682"/>
              <a:gd name="connsiteX2" fmla="*/ 648000 w 9776571"/>
              <a:gd name="connsiteY2" fmla="*/ 648045 h 3957682"/>
              <a:gd name="connsiteX3" fmla="*/ 1294067 w 9776571"/>
              <a:gd name="connsiteY3" fmla="*/ 648045 h 3957682"/>
              <a:gd name="connsiteX4" fmla="*/ 1294067 w 9776571"/>
              <a:gd name="connsiteY4" fmla="*/ 1296045 h 3957682"/>
              <a:gd name="connsiteX5" fmla="*/ 646067 w 9776571"/>
              <a:gd name="connsiteY5" fmla="*/ 1296045 h 3957682"/>
              <a:gd name="connsiteX6" fmla="*/ 646067 w 9776571"/>
              <a:gd name="connsiteY6" fmla="*/ 648045 h 3957682"/>
              <a:gd name="connsiteX7" fmla="*/ 0 w 9776571"/>
              <a:gd name="connsiteY7" fmla="*/ 648045 h 3957682"/>
              <a:gd name="connsiteX8" fmla="*/ 5685585 w 9776571"/>
              <a:gd name="connsiteY8" fmla="*/ 0 h 3957682"/>
              <a:gd name="connsiteX9" fmla="*/ 9776571 w 9776571"/>
              <a:gd name="connsiteY9" fmla="*/ 0 h 3957682"/>
              <a:gd name="connsiteX10" fmla="*/ 9776571 w 9776571"/>
              <a:gd name="connsiteY10" fmla="*/ 3957638 h 3957682"/>
              <a:gd name="connsiteX11" fmla="*/ 9735449 w 9776571"/>
              <a:gd name="connsiteY11" fmla="*/ 3957638 h 3957682"/>
              <a:gd name="connsiteX12" fmla="*/ 9735449 w 9776571"/>
              <a:gd name="connsiteY12" fmla="*/ 3957682 h 3957682"/>
              <a:gd name="connsiteX13" fmla="*/ 1942067 w 9776571"/>
              <a:gd name="connsiteY13" fmla="*/ 3957682 h 3957682"/>
              <a:gd name="connsiteX14" fmla="*/ 1942067 w 9776571"/>
              <a:gd name="connsiteY14" fmla="*/ 1944045 h 3957682"/>
              <a:gd name="connsiteX15" fmla="*/ 1294067 w 9776571"/>
              <a:gd name="connsiteY15" fmla="*/ 1944045 h 3957682"/>
              <a:gd name="connsiteX16" fmla="*/ 1294067 w 9776571"/>
              <a:gd name="connsiteY16" fmla="*/ 1296045 h 3957682"/>
              <a:gd name="connsiteX17" fmla="*/ 1942067 w 9776571"/>
              <a:gd name="connsiteY17" fmla="*/ 1296045 h 3957682"/>
              <a:gd name="connsiteX18" fmla="*/ 1942067 w 9776571"/>
              <a:gd name="connsiteY18" fmla="*/ 648045 h 3957682"/>
              <a:gd name="connsiteX19" fmla="*/ 1294067 w 9776571"/>
              <a:gd name="connsiteY19" fmla="*/ 648045 h 3957682"/>
              <a:gd name="connsiteX20" fmla="*/ 1294067 w 9776571"/>
              <a:gd name="connsiteY20" fmla="*/ 45 h 3957682"/>
              <a:gd name="connsiteX21" fmla="*/ 1942067 w 9776571"/>
              <a:gd name="connsiteY21" fmla="*/ 45 h 3957682"/>
              <a:gd name="connsiteX22" fmla="*/ 5685585 w 9776571"/>
              <a:gd name="connsiteY22" fmla="*/ 45 h 3957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9776571" h="3957682">
                <a:moveTo>
                  <a:pt x="0" y="45"/>
                </a:moveTo>
                <a:lnTo>
                  <a:pt x="648000" y="45"/>
                </a:lnTo>
                <a:lnTo>
                  <a:pt x="648000" y="648045"/>
                </a:lnTo>
                <a:lnTo>
                  <a:pt x="1294067" y="648045"/>
                </a:lnTo>
                <a:lnTo>
                  <a:pt x="1294067" y="1296045"/>
                </a:lnTo>
                <a:lnTo>
                  <a:pt x="646067" y="1296045"/>
                </a:lnTo>
                <a:lnTo>
                  <a:pt x="646067" y="648045"/>
                </a:lnTo>
                <a:lnTo>
                  <a:pt x="0" y="648045"/>
                </a:lnTo>
                <a:close/>
                <a:moveTo>
                  <a:pt x="5685585" y="0"/>
                </a:moveTo>
                <a:lnTo>
                  <a:pt x="9776571" y="0"/>
                </a:lnTo>
                <a:lnTo>
                  <a:pt x="9776571" y="3957638"/>
                </a:lnTo>
                <a:lnTo>
                  <a:pt x="9735449" y="3957638"/>
                </a:lnTo>
                <a:lnTo>
                  <a:pt x="9735449" y="3957682"/>
                </a:lnTo>
                <a:lnTo>
                  <a:pt x="1942067" y="3957682"/>
                </a:lnTo>
                <a:lnTo>
                  <a:pt x="1942067" y="1944045"/>
                </a:lnTo>
                <a:lnTo>
                  <a:pt x="1294067" y="1944045"/>
                </a:lnTo>
                <a:lnTo>
                  <a:pt x="1294067" y="1296045"/>
                </a:lnTo>
                <a:lnTo>
                  <a:pt x="1942067" y="1296045"/>
                </a:lnTo>
                <a:lnTo>
                  <a:pt x="1942067" y="648045"/>
                </a:lnTo>
                <a:lnTo>
                  <a:pt x="1294067" y="648045"/>
                </a:lnTo>
                <a:lnTo>
                  <a:pt x="1294067" y="45"/>
                </a:lnTo>
                <a:lnTo>
                  <a:pt x="1942067" y="45"/>
                </a:lnTo>
                <a:lnTo>
                  <a:pt x="5685585" y="45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r>
              <a:rPr kumimoji="1" lang="en-US" altLang="ja-JP"/>
              <a:t>                      Insert an image</a:t>
            </a:r>
            <a:endParaRPr kumimoji="1" lang="ja-JP" altLang="en-US"/>
          </a:p>
        </p:txBody>
      </p:sp>
      <p:sp>
        <p:nvSpPr>
          <p:cNvPr id="34" name="図プレースホルダー 33"/>
          <p:cNvSpPr>
            <a:spLocks noGrp="1"/>
          </p:cNvSpPr>
          <p:nvPr>
            <p:ph type="pic" sz="quarter" idx="16" hasCustomPrompt="1"/>
          </p:nvPr>
        </p:nvSpPr>
        <p:spPr>
          <a:xfrm>
            <a:off x="-1" y="1680892"/>
            <a:ext cx="6517715" cy="2638862"/>
          </a:xfrm>
          <a:custGeom>
            <a:avLst/>
            <a:gdLst>
              <a:gd name="connsiteX0" fmla="*/ 9128572 w 9776572"/>
              <a:gd name="connsiteY0" fmla="*/ 3309682 h 3957682"/>
              <a:gd name="connsiteX1" fmla="*/ 9776572 w 9776572"/>
              <a:gd name="connsiteY1" fmla="*/ 3309682 h 3957682"/>
              <a:gd name="connsiteX2" fmla="*/ 9776572 w 9776572"/>
              <a:gd name="connsiteY2" fmla="*/ 3957682 h 3957682"/>
              <a:gd name="connsiteX3" fmla="*/ 9128572 w 9776572"/>
              <a:gd name="connsiteY3" fmla="*/ 3957682 h 3957682"/>
              <a:gd name="connsiteX4" fmla="*/ 8480572 w 9776572"/>
              <a:gd name="connsiteY4" fmla="*/ 2661682 h 3957682"/>
              <a:gd name="connsiteX5" fmla="*/ 9128572 w 9776572"/>
              <a:gd name="connsiteY5" fmla="*/ 2661682 h 3957682"/>
              <a:gd name="connsiteX6" fmla="*/ 9128572 w 9776572"/>
              <a:gd name="connsiteY6" fmla="*/ 3309682 h 3957682"/>
              <a:gd name="connsiteX7" fmla="*/ 8480572 w 9776572"/>
              <a:gd name="connsiteY7" fmla="*/ 3309682 h 3957682"/>
              <a:gd name="connsiteX8" fmla="*/ 0 w 9776572"/>
              <a:gd name="connsiteY8" fmla="*/ 0 h 3957682"/>
              <a:gd name="connsiteX9" fmla="*/ 4090987 w 9776572"/>
              <a:gd name="connsiteY9" fmla="*/ 0 h 3957682"/>
              <a:gd name="connsiteX10" fmla="*/ 4090987 w 9776572"/>
              <a:gd name="connsiteY10" fmla="*/ 45 h 3957682"/>
              <a:gd name="connsiteX11" fmla="*/ 7832572 w 9776572"/>
              <a:gd name="connsiteY11" fmla="*/ 45 h 3957682"/>
              <a:gd name="connsiteX12" fmla="*/ 7832572 w 9776572"/>
              <a:gd name="connsiteY12" fmla="*/ 2012050 h 3957682"/>
              <a:gd name="connsiteX13" fmla="*/ 8480572 w 9776572"/>
              <a:gd name="connsiteY13" fmla="*/ 2012050 h 3957682"/>
              <a:gd name="connsiteX14" fmla="*/ 8480572 w 9776572"/>
              <a:gd name="connsiteY14" fmla="*/ 2660050 h 3957682"/>
              <a:gd name="connsiteX15" fmla="*/ 7832572 w 9776572"/>
              <a:gd name="connsiteY15" fmla="*/ 2660050 h 3957682"/>
              <a:gd name="connsiteX16" fmla="*/ 7832572 w 9776572"/>
              <a:gd name="connsiteY16" fmla="*/ 3309682 h 3957682"/>
              <a:gd name="connsiteX17" fmla="*/ 8480572 w 9776572"/>
              <a:gd name="connsiteY17" fmla="*/ 3309682 h 3957682"/>
              <a:gd name="connsiteX18" fmla="*/ 8480572 w 9776572"/>
              <a:gd name="connsiteY18" fmla="*/ 3957682 h 3957682"/>
              <a:gd name="connsiteX19" fmla="*/ 7832572 w 9776572"/>
              <a:gd name="connsiteY19" fmla="*/ 3957682 h 3957682"/>
              <a:gd name="connsiteX20" fmla="*/ 39189 w 9776572"/>
              <a:gd name="connsiteY20" fmla="*/ 3957682 h 3957682"/>
              <a:gd name="connsiteX21" fmla="*/ 39189 w 9776572"/>
              <a:gd name="connsiteY21" fmla="*/ 3957638 h 3957682"/>
              <a:gd name="connsiteX22" fmla="*/ 0 w 9776572"/>
              <a:gd name="connsiteY22" fmla="*/ 3957638 h 3957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9776572" h="3957682">
                <a:moveTo>
                  <a:pt x="9128572" y="3309682"/>
                </a:moveTo>
                <a:lnTo>
                  <a:pt x="9776572" y="3309682"/>
                </a:lnTo>
                <a:lnTo>
                  <a:pt x="9776572" y="3957682"/>
                </a:lnTo>
                <a:lnTo>
                  <a:pt x="9128572" y="3957682"/>
                </a:lnTo>
                <a:close/>
                <a:moveTo>
                  <a:pt x="8480572" y="2661682"/>
                </a:moveTo>
                <a:lnTo>
                  <a:pt x="9128572" y="2661682"/>
                </a:lnTo>
                <a:lnTo>
                  <a:pt x="9128572" y="3309682"/>
                </a:lnTo>
                <a:lnTo>
                  <a:pt x="8480572" y="3309682"/>
                </a:lnTo>
                <a:close/>
                <a:moveTo>
                  <a:pt x="0" y="0"/>
                </a:moveTo>
                <a:lnTo>
                  <a:pt x="4090987" y="0"/>
                </a:lnTo>
                <a:lnTo>
                  <a:pt x="4090987" y="45"/>
                </a:lnTo>
                <a:lnTo>
                  <a:pt x="7832572" y="45"/>
                </a:lnTo>
                <a:lnTo>
                  <a:pt x="7832572" y="2012050"/>
                </a:lnTo>
                <a:lnTo>
                  <a:pt x="8480572" y="2012050"/>
                </a:lnTo>
                <a:lnTo>
                  <a:pt x="8480572" y="2660050"/>
                </a:lnTo>
                <a:lnTo>
                  <a:pt x="7832572" y="2660050"/>
                </a:lnTo>
                <a:lnTo>
                  <a:pt x="7832572" y="3309682"/>
                </a:lnTo>
                <a:lnTo>
                  <a:pt x="8480572" y="3309682"/>
                </a:lnTo>
                <a:lnTo>
                  <a:pt x="8480572" y="3957682"/>
                </a:lnTo>
                <a:lnTo>
                  <a:pt x="7832572" y="3957682"/>
                </a:lnTo>
                <a:lnTo>
                  <a:pt x="39189" y="3957682"/>
                </a:lnTo>
                <a:lnTo>
                  <a:pt x="39189" y="3957638"/>
                </a:lnTo>
                <a:lnTo>
                  <a:pt x="0" y="3957638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 sz="1200" baseline="0"/>
            </a:lvl1pPr>
          </a:lstStyle>
          <a:p>
            <a:r>
              <a:rPr kumimoji="1" lang="en-US" altLang="ja-JP"/>
              <a:t>Insert an image</a:t>
            </a:r>
            <a:endParaRPr kumimoji="1" lang="ja-JP" altLang="en-US"/>
          </a:p>
        </p:txBody>
      </p:sp>
      <p:sp>
        <p:nvSpPr>
          <p:cNvPr id="24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900990" y="5096102"/>
            <a:ext cx="4267073" cy="1144637"/>
          </a:xfrm>
        </p:spPr>
        <p:txBody>
          <a:bodyPr>
            <a:normAutofit/>
          </a:bodyPr>
          <a:lstStyle>
            <a:lvl1pPr algn="l"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25" name="テキスト プレースホルダー 12"/>
          <p:cNvSpPr>
            <a:spLocks noGrp="1"/>
          </p:cNvSpPr>
          <p:nvPr>
            <p:ph type="body" sz="quarter" idx="17" hasCustomPrompt="1"/>
          </p:nvPr>
        </p:nvSpPr>
        <p:spPr>
          <a:xfrm>
            <a:off x="900990" y="4468541"/>
            <a:ext cx="4267073" cy="498098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26" name="正方形/長方形 25"/>
          <p:cNvSpPr/>
          <p:nvPr userDrawn="1"/>
        </p:nvSpPr>
        <p:spPr>
          <a:xfrm>
            <a:off x="971273" y="4946642"/>
            <a:ext cx="1218599" cy="480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27" name="テキスト プレースホルダー 12"/>
          <p:cNvSpPr>
            <a:spLocks noGrp="1"/>
          </p:cNvSpPr>
          <p:nvPr>
            <p:ph type="body" sz="quarter" idx="18" hasCustomPrompt="1"/>
          </p:nvPr>
        </p:nvSpPr>
        <p:spPr>
          <a:xfrm>
            <a:off x="6938807" y="5096102"/>
            <a:ext cx="4267073" cy="1144637"/>
          </a:xfrm>
        </p:spPr>
        <p:txBody>
          <a:bodyPr>
            <a:normAutofit/>
          </a:bodyPr>
          <a:lstStyle>
            <a:lvl1pPr algn="l"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28" name="テキスト プレースホルダー 12"/>
          <p:cNvSpPr>
            <a:spLocks noGrp="1"/>
          </p:cNvSpPr>
          <p:nvPr>
            <p:ph type="body" sz="quarter" idx="19" hasCustomPrompt="1"/>
          </p:nvPr>
        </p:nvSpPr>
        <p:spPr>
          <a:xfrm>
            <a:off x="6938807" y="4468541"/>
            <a:ext cx="4267073" cy="498098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29" name="正方形/長方形 28"/>
          <p:cNvSpPr/>
          <p:nvPr userDrawn="1"/>
        </p:nvSpPr>
        <p:spPr>
          <a:xfrm>
            <a:off x="7009090" y="4946642"/>
            <a:ext cx="1218599" cy="480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2501935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1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600"/>
                            </p:stCondLst>
                            <p:childTnLst>
                              <p:par>
                                <p:cTn id="22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100"/>
                            </p:stCondLst>
                            <p:childTnLst>
                              <p:par>
                                <p:cTn id="2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7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24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animBg="1"/>
      <p:bldP spid="27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animBg="1"/>
    </p:bldLst>
  </p:timing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, Headings &amp; Texts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/>
              <a:t>Slide Title Goes Here</a:t>
            </a:r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4038600" y="2431323"/>
            <a:ext cx="5918200" cy="1144637"/>
          </a:xfrm>
        </p:spPr>
        <p:txBody>
          <a:bodyPr>
            <a:normAutofit/>
          </a:bodyPr>
          <a:lstStyle>
            <a:lvl1pPr marL="228611" indent="-228611" algn="l">
              <a:spcBef>
                <a:spcPts val="0"/>
              </a:spcBef>
              <a:buFont typeface="Wingdings" panose="05000000000000000000" pitchFamily="2" charset="2"/>
              <a:buChar char="n"/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25" name="テキスト プレースホルダー 12"/>
          <p:cNvSpPr>
            <a:spLocks noGrp="1"/>
          </p:cNvSpPr>
          <p:nvPr>
            <p:ph type="body" sz="quarter" idx="17" hasCustomPrompt="1"/>
          </p:nvPr>
        </p:nvSpPr>
        <p:spPr>
          <a:xfrm>
            <a:off x="4038600" y="1803762"/>
            <a:ext cx="5918200" cy="498098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26" name="正方形/長方形 25"/>
          <p:cNvSpPr/>
          <p:nvPr userDrawn="1"/>
        </p:nvSpPr>
        <p:spPr>
          <a:xfrm>
            <a:off x="4108883" y="2281863"/>
            <a:ext cx="1218599" cy="480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3" name="図プレースホルダー 64"/>
          <p:cNvSpPr>
            <a:spLocks noGrp="1"/>
          </p:cNvSpPr>
          <p:nvPr>
            <p:ph type="pic" sz="quarter" idx="43" hasCustomPrompt="1"/>
          </p:nvPr>
        </p:nvSpPr>
        <p:spPr>
          <a:xfrm>
            <a:off x="1904988" y="1719570"/>
            <a:ext cx="1925487" cy="1924899"/>
          </a:xfrm>
          <a:solidFill>
            <a:schemeClr val="accent1">
              <a:lumMod val="20000"/>
              <a:lumOff val="80000"/>
            </a:schemeClr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txBody>
          <a:bodyPr/>
          <a:lstStyle>
            <a:lvl1pPr>
              <a:defRPr sz="1200" baseline="0"/>
            </a:lvl1pPr>
          </a:lstStyle>
          <a:p>
            <a:r>
              <a:rPr kumimoji="1" lang="en-US" altLang="ja-JP"/>
              <a:t>Insert an image</a:t>
            </a:r>
            <a:endParaRPr kumimoji="1" lang="ja-JP" altLang="en-US"/>
          </a:p>
        </p:txBody>
      </p:sp>
      <p:sp>
        <p:nvSpPr>
          <p:cNvPr id="18" name="テキスト プレースホルダー 12"/>
          <p:cNvSpPr>
            <a:spLocks noGrp="1"/>
          </p:cNvSpPr>
          <p:nvPr>
            <p:ph type="body" sz="quarter" idx="44" hasCustomPrompt="1"/>
          </p:nvPr>
        </p:nvSpPr>
        <p:spPr>
          <a:xfrm>
            <a:off x="4038600" y="4703443"/>
            <a:ext cx="5918200" cy="1144637"/>
          </a:xfrm>
        </p:spPr>
        <p:txBody>
          <a:bodyPr>
            <a:normAutofit/>
          </a:bodyPr>
          <a:lstStyle>
            <a:lvl1pPr marL="228611" indent="-228611" algn="l">
              <a:spcBef>
                <a:spcPts val="0"/>
              </a:spcBef>
              <a:buFont typeface="Wingdings" panose="05000000000000000000" pitchFamily="2" charset="2"/>
              <a:buChar char="n"/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19" name="テキスト プレースホルダー 12"/>
          <p:cNvSpPr>
            <a:spLocks noGrp="1"/>
          </p:cNvSpPr>
          <p:nvPr>
            <p:ph type="body" sz="quarter" idx="45" hasCustomPrompt="1"/>
          </p:nvPr>
        </p:nvSpPr>
        <p:spPr>
          <a:xfrm>
            <a:off x="4038600" y="4075882"/>
            <a:ext cx="5918200" cy="498098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20" name="正方形/長方形 19"/>
          <p:cNvSpPr/>
          <p:nvPr userDrawn="1"/>
        </p:nvSpPr>
        <p:spPr>
          <a:xfrm>
            <a:off x="4108883" y="4553982"/>
            <a:ext cx="1218599" cy="48013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21" name="図プレースホルダー 64"/>
          <p:cNvSpPr>
            <a:spLocks noGrp="1"/>
          </p:cNvSpPr>
          <p:nvPr>
            <p:ph type="pic" sz="quarter" idx="46" hasCustomPrompt="1"/>
          </p:nvPr>
        </p:nvSpPr>
        <p:spPr>
          <a:xfrm>
            <a:off x="1904988" y="3991690"/>
            <a:ext cx="1925487" cy="1924899"/>
          </a:xfrm>
          <a:solidFill>
            <a:schemeClr val="accent2">
              <a:lumMod val="20000"/>
              <a:lumOff val="80000"/>
            </a:schemeClr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txBody>
          <a:bodyPr/>
          <a:lstStyle>
            <a:lvl1pPr>
              <a:defRPr sz="1200" baseline="0"/>
            </a:lvl1pPr>
          </a:lstStyle>
          <a:p>
            <a:r>
              <a:rPr kumimoji="1" lang="en-US" altLang="ja-JP"/>
              <a:t>Insert an image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2164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1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600"/>
                            </p:stCondLst>
                            <p:childTnLst>
                              <p:par>
                                <p:cTn id="2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100"/>
                            </p:stCondLst>
                            <p:childTnLst>
                              <p:par>
                                <p:cTn id="2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7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animBg="1"/>
      <p:bldP spid="13" grpId="0" animBg="1"/>
      <p:bldP spid="18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animBg="1"/>
      <p:bldP spid="21" grpId="0" animBg="1"/>
    </p:bldLst>
  </p:timing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Image &amp; Mobole Ph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/>
              <a:t>Slide Title Goes Here</a:t>
            </a:r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図プレースホルダー 12"/>
          <p:cNvSpPr>
            <a:spLocks noGrp="1"/>
          </p:cNvSpPr>
          <p:nvPr>
            <p:ph type="pic" sz="quarter" idx="23" hasCustomPrompt="1"/>
          </p:nvPr>
        </p:nvSpPr>
        <p:spPr>
          <a:xfrm>
            <a:off x="0" y="1930699"/>
            <a:ext cx="12191761" cy="4240380"/>
          </a:xfrm>
          <a:custGeom>
            <a:avLst/>
            <a:gdLst>
              <a:gd name="connsiteX0" fmla="*/ 1 w 18287642"/>
              <a:gd name="connsiteY0" fmla="*/ 5711589 h 6359589"/>
              <a:gd name="connsiteX1" fmla="*/ 648001 w 18287642"/>
              <a:gd name="connsiteY1" fmla="*/ 5711589 h 6359589"/>
              <a:gd name="connsiteX2" fmla="*/ 648001 w 18287642"/>
              <a:gd name="connsiteY2" fmla="*/ 6359589 h 6359589"/>
              <a:gd name="connsiteX3" fmla="*/ 1 w 18287642"/>
              <a:gd name="connsiteY3" fmla="*/ 6359589 h 6359589"/>
              <a:gd name="connsiteX4" fmla="*/ 648001 w 18287642"/>
              <a:gd name="connsiteY4" fmla="*/ 5063589 h 6359589"/>
              <a:gd name="connsiteX5" fmla="*/ 1296001 w 18287642"/>
              <a:gd name="connsiteY5" fmla="*/ 5063589 h 6359589"/>
              <a:gd name="connsiteX6" fmla="*/ 1296001 w 18287642"/>
              <a:gd name="connsiteY6" fmla="*/ 5711589 h 6359589"/>
              <a:gd name="connsiteX7" fmla="*/ 648001 w 18287642"/>
              <a:gd name="connsiteY7" fmla="*/ 5711589 h 6359589"/>
              <a:gd name="connsiteX8" fmla="*/ 16343642 w 18287642"/>
              <a:gd name="connsiteY8" fmla="*/ 0 h 6359589"/>
              <a:gd name="connsiteX9" fmla="*/ 16991642 w 18287642"/>
              <a:gd name="connsiteY9" fmla="*/ 0 h 6359589"/>
              <a:gd name="connsiteX10" fmla="*/ 16991642 w 18287642"/>
              <a:gd name="connsiteY10" fmla="*/ 2453 h 6359589"/>
              <a:gd name="connsiteX11" fmla="*/ 18287642 w 18287642"/>
              <a:gd name="connsiteY11" fmla="*/ 2453 h 6359589"/>
              <a:gd name="connsiteX12" fmla="*/ 18287642 w 18287642"/>
              <a:gd name="connsiteY12" fmla="*/ 4415589 h 6359589"/>
              <a:gd name="connsiteX13" fmla="*/ 1944001 w 18287642"/>
              <a:gd name="connsiteY13" fmla="*/ 4415589 h 6359589"/>
              <a:gd name="connsiteX14" fmla="*/ 1944001 w 18287642"/>
              <a:gd name="connsiteY14" fmla="*/ 5063589 h 6359589"/>
              <a:gd name="connsiteX15" fmla="*/ 1296001 w 18287642"/>
              <a:gd name="connsiteY15" fmla="*/ 5063589 h 6359589"/>
              <a:gd name="connsiteX16" fmla="*/ 1296001 w 18287642"/>
              <a:gd name="connsiteY16" fmla="*/ 4415589 h 6359589"/>
              <a:gd name="connsiteX17" fmla="*/ 648001 w 18287642"/>
              <a:gd name="connsiteY17" fmla="*/ 4415589 h 6359589"/>
              <a:gd name="connsiteX18" fmla="*/ 648001 w 18287642"/>
              <a:gd name="connsiteY18" fmla="*/ 5063589 h 6359589"/>
              <a:gd name="connsiteX19" fmla="*/ 1 w 18287642"/>
              <a:gd name="connsiteY19" fmla="*/ 5063589 h 6359589"/>
              <a:gd name="connsiteX20" fmla="*/ 1 w 18287642"/>
              <a:gd name="connsiteY20" fmla="*/ 4415589 h 6359589"/>
              <a:gd name="connsiteX21" fmla="*/ 0 w 18287642"/>
              <a:gd name="connsiteY21" fmla="*/ 4415589 h 6359589"/>
              <a:gd name="connsiteX22" fmla="*/ 0 w 18287642"/>
              <a:gd name="connsiteY22" fmla="*/ 2453 h 6359589"/>
              <a:gd name="connsiteX23" fmla="*/ 16343642 w 18287642"/>
              <a:gd name="connsiteY23" fmla="*/ 2453 h 6359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8287642" h="6359589">
                <a:moveTo>
                  <a:pt x="1" y="5711589"/>
                </a:moveTo>
                <a:lnTo>
                  <a:pt x="648001" y="5711589"/>
                </a:lnTo>
                <a:lnTo>
                  <a:pt x="648001" y="6359589"/>
                </a:lnTo>
                <a:lnTo>
                  <a:pt x="1" y="6359589"/>
                </a:lnTo>
                <a:close/>
                <a:moveTo>
                  <a:pt x="648001" y="5063589"/>
                </a:moveTo>
                <a:lnTo>
                  <a:pt x="1296001" y="5063589"/>
                </a:lnTo>
                <a:lnTo>
                  <a:pt x="1296001" y="5711589"/>
                </a:lnTo>
                <a:lnTo>
                  <a:pt x="648001" y="5711589"/>
                </a:lnTo>
                <a:close/>
                <a:moveTo>
                  <a:pt x="16343642" y="0"/>
                </a:moveTo>
                <a:lnTo>
                  <a:pt x="16991642" y="0"/>
                </a:lnTo>
                <a:lnTo>
                  <a:pt x="16991642" y="2453"/>
                </a:lnTo>
                <a:lnTo>
                  <a:pt x="18287642" y="2453"/>
                </a:lnTo>
                <a:lnTo>
                  <a:pt x="18287642" y="4415589"/>
                </a:lnTo>
                <a:lnTo>
                  <a:pt x="1944001" y="4415589"/>
                </a:lnTo>
                <a:lnTo>
                  <a:pt x="1944001" y="5063589"/>
                </a:lnTo>
                <a:lnTo>
                  <a:pt x="1296001" y="5063589"/>
                </a:lnTo>
                <a:lnTo>
                  <a:pt x="1296001" y="4415589"/>
                </a:lnTo>
                <a:lnTo>
                  <a:pt x="648001" y="4415589"/>
                </a:lnTo>
                <a:lnTo>
                  <a:pt x="648001" y="5063589"/>
                </a:lnTo>
                <a:lnTo>
                  <a:pt x="1" y="5063589"/>
                </a:lnTo>
                <a:lnTo>
                  <a:pt x="1" y="4415589"/>
                </a:lnTo>
                <a:lnTo>
                  <a:pt x="0" y="4415589"/>
                </a:lnTo>
                <a:lnTo>
                  <a:pt x="0" y="2453"/>
                </a:lnTo>
                <a:lnTo>
                  <a:pt x="16343642" y="2453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 sz="1200" baseline="0"/>
            </a:lvl1pPr>
          </a:lstStyle>
          <a:p>
            <a:r>
              <a:rPr kumimoji="1" lang="en-US" altLang="ja-JP"/>
              <a:t> </a:t>
            </a:r>
          </a:p>
          <a:p>
            <a:endParaRPr kumimoji="1" lang="en-US" altLang="ja-JP"/>
          </a:p>
          <a:p>
            <a:endParaRPr kumimoji="1" lang="en-US" altLang="ja-JP"/>
          </a:p>
          <a:p>
            <a:endParaRPr kumimoji="1" lang="en-US" altLang="ja-JP"/>
          </a:p>
          <a:p>
            <a:r>
              <a:rPr kumimoji="1" lang="en-US" altLang="ja-JP"/>
              <a:t> Insert a wide image</a:t>
            </a:r>
            <a:endParaRPr kumimoji="1" lang="ja-JP" altLang="en-US"/>
          </a:p>
        </p:txBody>
      </p:sp>
      <p:sp>
        <p:nvSpPr>
          <p:cNvPr id="23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2258347" y="5024482"/>
            <a:ext cx="7930683" cy="1146596"/>
          </a:xfrm>
        </p:spPr>
        <p:txBody>
          <a:bodyPr anchor="ctr">
            <a:normAutofit/>
          </a:bodyPr>
          <a:lstStyle>
            <a:lvl1pPr>
              <a:spcBef>
                <a:spcPts val="0"/>
              </a:spcBef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28" name="テキスト プレースホルダー 12"/>
          <p:cNvSpPr>
            <a:spLocks noGrp="1"/>
          </p:cNvSpPr>
          <p:nvPr>
            <p:ph type="body" sz="quarter" idx="26" hasCustomPrompt="1"/>
          </p:nvPr>
        </p:nvSpPr>
        <p:spPr>
          <a:xfrm>
            <a:off x="0" y="4239972"/>
            <a:ext cx="12191761" cy="629125"/>
          </a:xfrm>
          <a:solidFill>
            <a:schemeClr val="accent1">
              <a:alpha val="50000"/>
            </a:schemeClr>
          </a:solidFill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933" baseline="0">
                <a:solidFill>
                  <a:schemeClr val="bg1"/>
                </a:solidFill>
                <a:latin typeface="Ubuntu Bold" panose="020B0804030602030204" pitchFamily="34" charset="0"/>
              </a:defRPr>
            </a:lvl1pPr>
          </a:lstStyle>
          <a:p>
            <a:pPr lvl="0"/>
            <a:r>
              <a:rPr kumimoji="1" lang="en-US" altLang="ja-JP"/>
              <a:t> </a:t>
            </a:r>
            <a:endParaRPr kumimoji="1" lang="ja-JP" altLang="en-US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24" hasCustomPrompt="1"/>
          </p:nvPr>
        </p:nvSpPr>
        <p:spPr>
          <a:xfrm>
            <a:off x="2007524" y="1252724"/>
            <a:ext cx="2505654" cy="3627655"/>
          </a:xfrm>
          <a:blipFill>
            <a:blip r:embed="rId2"/>
            <a:srcRect/>
            <a:stretch>
              <a:fillRect t="-2" b="-41147"/>
            </a:stretch>
          </a:blipFill>
        </p:spPr>
        <p:txBody>
          <a:bodyPr/>
          <a:lstStyle/>
          <a:p>
            <a:pPr lvl="0"/>
            <a:r>
              <a:rPr kumimoji="1" lang="en-US" altLang="ja-JP"/>
              <a:t> </a:t>
            </a:r>
            <a:endParaRPr kumimoji="1" lang="ja-JP" altLang="en-US"/>
          </a:p>
        </p:txBody>
      </p:sp>
      <p:sp>
        <p:nvSpPr>
          <p:cNvPr id="9" name="図プレースホルダー 8"/>
          <p:cNvSpPr>
            <a:spLocks noGrp="1"/>
          </p:cNvSpPr>
          <p:nvPr>
            <p:ph type="pic" sz="quarter" idx="25" hasCustomPrompt="1"/>
          </p:nvPr>
        </p:nvSpPr>
        <p:spPr>
          <a:xfrm>
            <a:off x="2193053" y="1906116"/>
            <a:ext cx="2134597" cy="297441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/>
              <a:t>Insert an image</a:t>
            </a:r>
            <a:endParaRPr kumimoji="1" lang="ja-JP" altLang="en-US"/>
          </a:p>
        </p:txBody>
      </p:sp>
      <p:sp>
        <p:nvSpPr>
          <p:cNvPr id="27" name="テキスト プレースホルダー 12"/>
          <p:cNvSpPr>
            <a:spLocks noGrp="1"/>
          </p:cNvSpPr>
          <p:nvPr>
            <p:ph type="body" sz="quarter" idx="17" hasCustomPrompt="1"/>
          </p:nvPr>
        </p:nvSpPr>
        <p:spPr>
          <a:xfrm>
            <a:off x="4622800" y="4261156"/>
            <a:ext cx="5575905" cy="588413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4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7682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3" grpId="0">
        <p:tmplLst>
          <p:tmpl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animBg="1">
        <p:tmplLst>
          <p:tmpl>
            <p:tnLst>
              <p:par>
                <p:cTn presetID="16" presetClass="entr" presetSubtype="37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outVertical)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 animBg="1">
        <p:tmplLst>
          <p:tmpl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/>
      <p:bldP spid="2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Images, Caption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図プレースホルダー 11"/>
          <p:cNvSpPr>
            <a:spLocks noGrp="1"/>
          </p:cNvSpPr>
          <p:nvPr>
            <p:ph type="pic" sz="quarter" idx="18" hasCustomPrompt="1"/>
          </p:nvPr>
        </p:nvSpPr>
        <p:spPr>
          <a:xfrm>
            <a:off x="451423" y="1496695"/>
            <a:ext cx="2118783" cy="3397774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/>
              <a:t>Insert an image</a:t>
            </a:r>
            <a:endParaRPr kumimoji="1" lang="ja-JP" altLang="en-US"/>
          </a:p>
        </p:txBody>
      </p:sp>
      <p:sp>
        <p:nvSpPr>
          <p:cNvPr id="34" name="図プレースホルダー 11"/>
          <p:cNvSpPr>
            <a:spLocks noGrp="1"/>
          </p:cNvSpPr>
          <p:nvPr>
            <p:ph type="pic" sz="quarter" idx="24" hasCustomPrompt="1"/>
          </p:nvPr>
        </p:nvSpPr>
        <p:spPr>
          <a:xfrm>
            <a:off x="5039617" y="1496695"/>
            <a:ext cx="2118783" cy="3397774"/>
          </a:xfrm>
        </p:spPr>
        <p:txBody>
          <a:bodyPr/>
          <a:lstStyle>
            <a:lvl1pPr>
              <a:defRPr/>
            </a:lvl1pPr>
          </a:lstStyle>
          <a:p>
            <a:r>
              <a:rPr kumimoji="1" lang="en-US" altLang="ja-JP"/>
              <a:t>Insert an image</a:t>
            </a:r>
            <a:endParaRPr kumimoji="1" lang="ja-JP" altLang="en-US"/>
          </a:p>
        </p:txBody>
      </p:sp>
      <p:sp>
        <p:nvSpPr>
          <p:cNvPr id="37" name="図プレースホルダー 11"/>
          <p:cNvSpPr>
            <a:spLocks noGrp="1"/>
          </p:cNvSpPr>
          <p:nvPr>
            <p:ph type="pic" sz="quarter" idx="27" hasCustomPrompt="1"/>
          </p:nvPr>
        </p:nvSpPr>
        <p:spPr>
          <a:xfrm>
            <a:off x="7333639" y="1496695"/>
            <a:ext cx="2118783" cy="3397774"/>
          </a:xfrm>
        </p:spPr>
        <p:txBody>
          <a:bodyPr/>
          <a:lstStyle>
            <a:lvl1pPr>
              <a:defRPr/>
            </a:lvl1pPr>
          </a:lstStyle>
          <a:p>
            <a:r>
              <a:rPr kumimoji="1" lang="en-US" altLang="ja-JP"/>
              <a:t>Insert an image</a:t>
            </a:r>
            <a:endParaRPr kumimoji="1" lang="ja-JP" altLang="en-US"/>
          </a:p>
        </p:txBody>
      </p:sp>
      <p:sp>
        <p:nvSpPr>
          <p:cNvPr id="40" name="図プレースホルダー 11"/>
          <p:cNvSpPr>
            <a:spLocks noGrp="1"/>
          </p:cNvSpPr>
          <p:nvPr>
            <p:ph type="pic" sz="quarter" idx="30" hasCustomPrompt="1"/>
          </p:nvPr>
        </p:nvSpPr>
        <p:spPr>
          <a:xfrm>
            <a:off x="9627660" y="1496695"/>
            <a:ext cx="2118783" cy="3397774"/>
          </a:xfrm>
        </p:spPr>
        <p:txBody>
          <a:bodyPr/>
          <a:lstStyle>
            <a:lvl1pPr>
              <a:defRPr/>
            </a:lvl1pPr>
          </a:lstStyle>
          <a:p>
            <a:r>
              <a:rPr kumimoji="1" lang="en-US" altLang="ja-JP"/>
              <a:t>Insert an image</a:t>
            </a:r>
            <a:endParaRPr kumimoji="1" lang="ja-JP" altLang="en-US"/>
          </a:p>
        </p:txBody>
      </p:sp>
      <p:sp>
        <p:nvSpPr>
          <p:cNvPr id="31" name="図プレースホルダー 11"/>
          <p:cNvSpPr>
            <a:spLocks noGrp="1"/>
          </p:cNvSpPr>
          <p:nvPr>
            <p:ph type="pic" sz="quarter" idx="21" hasCustomPrompt="1"/>
          </p:nvPr>
        </p:nvSpPr>
        <p:spPr>
          <a:xfrm>
            <a:off x="2745596" y="1496695"/>
            <a:ext cx="2118783" cy="3397774"/>
          </a:xfrm>
        </p:spPr>
        <p:txBody>
          <a:bodyPr/>
          <a:lstStyle>
            <a:lvl1pPr>
              <a:defRPr/>
            </a:lvl1pPr>
          </a:lstStyle>
          <a:p>
            <a:r>
              <a:rPr kumimoji="1" lang="en-US" altLang="ja-JP"/>
              <a:t>Insert an image</a:t>
            </a:r>
            <a:endParaRPr kumimoji="1" lang="ja-JP" altLang="en-US"/>
          </a:p>
        </p:txBody>
      </p:sp>
      <p:sp>
        <p:nvSpPr>
          <p:cNvPr id="30" name="テキスト プレースホルダー 12"/>
          <p:cNvSpPr>
            <a:spLocks noGrp="1"/>
          </p:cNvSpPr>
          <p:nvPr>
            <p:ph type="body" sz="quarter" idx="20" hasCustomPrompt="1"/>
          </p:nvPr>
        </p:nvSpPr>
        <p:spPr>
          <a:xfrm>
            <a:off x="2745293" y="4396371"/>
            <a:ext cx="2119086" cy="498098"/>
          </a:xfrm>
          <a:solidFill>
            <a:schemeClr val="accent2">
              <a:alpha val="70000"/>
            </a:schemeClr>
          </a:solidFill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Caption</a:t>
            </a:r>
            <a:endParaRPr kumimoji="1" lang="ja-JP" altLang="en-US"/>
          </a:p>
        </p:txBody>
      </p:sp>
      <p:sp>
        <p:nvSpPr>
          <p:cNvPr id="33" name="テキスト プレースホルダー 12"/>
          <p:cNvSpPr>
            <a:spLocks noGrp="1"/>
          </p:cNvSpPr>
          <p:nvPr>
            <p:ph type="body" sz="quarter" idx="23" hasCustomPrompt="1"/>
          </p:nvPr>
        </p:nvSpPr>
        <p:spPr>
          <a:xfrm>
            <a:off x="5039314" y="4396371"/>
            <a:ext cx="2119086" cy="498098"/>
          </a:xfrm>
          <a:solidFill>
            <a:schemeClr val="accent3">
              <a:alpha val="70000"/>
            </a:schemeClr>
          </a:solidFill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Caption</a:t>
            </a:r>
            <a:endParaRPr kumimoji="1" lang="ja-JP" altLang="en-US"/>
          </a:p>
        </p:txBody>
      </p:sp>
      <p:sp>
        <p:nvSpPr>
          <p:cNvPr id="36" name="テキスト プレースホルダー 12"/>
          <p:cNvSpPr>
            <a:spLocks noGrp="1"/>
          </p:cNvSpPr>
          <p:nvPr>
            <p:ph type="body" sz="quarter" idx="26" hasCustomPrompt="1"/>
          </p:nvPr>
        </p:nvSpPr>
        <p:spPr>
          <a:xfrm>
            <a:off x="7333336" y="4396371"/>
            <a:ext cx="2119086" cy="498098"/>
          </a:xfrm>
          <a:solidFill>
            <a:schemeClr val="accent4">
              <a:alpha val="70000"/>
            </a:schemeClr>
          </a:solidFill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Caption</a:t>
            </a:r>
            <a:endParaRPr kumimoji="1" lang="ja-JP" altLang="en-US"/>
          </a:p>
        </p:txBody>
      </p:sp>
      <p:sp>
        <p:nvSpPr>
          <p:cNvPr id="39" name="テキスト プレースホルダー 12"/>
          <p:cNvSpPr>
            <a:spLocks noGrp="1"/>
          </p:cNvSpPr>
          <p:nvPr>
            <p:ph type="body" sz="quarter" idx="29" hasCustomPrompt="1"/>
          </p:nvPr>
        </p:nvSpPr>
        <p:spPr>
          <a:xfrm>
            <a:off x="9627357" y="4396371"/>
            <a:ext cx="2119086" cy="498098"/>
          </a:xfrm>
          <a:solidFill>
            <a:schemeClr val="accent5">
              <a:alpha val="70000"/>
            </a:schemeClr>
          </a:solidFill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Caption</a:t>
            </a:r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/>
              <a:t>Slide Title Goes Here</a:t>
            </a:r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テキスト プレースホルダー 12"/>
          <p:cNvSpPr>
            <a:spLocks noGrp="1"/>
          </p:cNvSpPr>
          <p:nvPr>
            <p:ph type="body" sz="quarter" idx="17" hasCustomPrompt="1"/>
          </p:nvPr>
        </p:nvSpPr>
        <p:spPr>
          <a:xfrm>
            <a:off x="451272" y="4396371"/>
            <a:ext cx="2119086" cy="498098"/>
          </a:xfrm>
          <a:solidFill>
            <a:schemeClr val="accent1">
              <a:alpha val="70000"/>
            </a:schemeClr>
          </a:solidFill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Caption</a:t>
            </a:r>
            <a:endParaRPr kumimoji="1" lang="ja-JP" altLang="en-US"/>
          </a:p>
        </p:txBody>
      </p:sp>
      <p:sp>
        <p:nvSpPr>
          <p:cNvPr id="41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2130659" y="5155660"/>
            <a:ext cx="7930683" cy="1015419"/>
          </a:xfrm>
        </p:spPr>
        <p:txBody>
          <a:bodyPr anchor="ctr">
            <a:normAutofit/>
          </a:bodyPr>
          <a:lstStyle>
            <a:lvl1pPr algn="ctr">
              <a:spcBef>
                <a:spcPts val="0"/>
              </a:spcBef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2785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3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34" grpId="0"/>
      <p:bldP spid="37" grpId="0"/>
      <p:bldP spid="40" grpId="0"/>
      <p:bldP spid="31" grpId="0"/>
      <p:bldP spid="30" grpId="0" animBg="1">
        <p:tmplLst>
          <p:tmpl>
            <p:tnLst>
              <p:par>
                <p:cTn presetID="16" presetClass="entr" presetSubtype="37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outVertical)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animBg="1">
        <p:tmplLst>
          <p:tmpl>
            <p:tnLst>
              <p:par>
                <p:cTn presetID="16" presetClass="entr" presetSubtype="37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outVertical)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animBg="1">
        <p:tmplLst>
          <p:tmpl>
            <p:tnLst>
              <p:par>
                <p:cTn presetID="16" presetClass="entr" presetSubtype="37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outVertical)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animBg="1">
        <p:tmplLst>
          <p:tmpl>
            <p:tnLst>
              <p:par>
                <p:cTn presetID="16" presetClass="entr" presetSubtype="37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outVertical)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animBg="1">
        <p:tmplLst>
          <p:tmpl>
            <p:tnLst>
              <p:par>
                <p:cTn presetID="16" presetClass="entr" presetSubtype="37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outVertical)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>
        <p:tmplLst>
          <p:tmpl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quare Images &amp; Descri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フリーフォーム 50"/>
          <p:cNvSpPr/>
          <p:nvPr userDrawn="1"/>
        </p:nvSpPr>
        <p:spPr>
          <a:xfrm>
            <a:off x="8386224" y="1457289"/>
            <a:ext cx="3576000" cy="2280352"/>
          </a:xfrm>
          <a:custGeom>
            <a:avLst/>
            <a:gdLst>
              <a:gd name="connsiteX0" fmla="*/ 4068000 w 5364000"/>
              <a:gd name="connsiteY0" fmla="*/ 648000 h 3420000"/>
              <a:gd name="connsiteX1" fmla="*/ 4716000 w 5364000"/>
              <a:gd name="connsiteY1" fmla="*/ 648000 h 3420000"/>
              <a:gd name="connsiteX2" fmla="*/ 4716000 w 5364000"/>
              <a:gd name="connsiteY2" fmla="*/ 1296000 h 3420000"/>
              <a:gd name="connsiteX3" fmla="*/ 4068000 w 5364000"/>
              <a:gd name="connsiteY3" fmla="*/ 1296000 h 3420000"/>
              <a:gd name="connsiteX4" fmla="*/ 4716000 w 5364000"/>
              <a:gd name="connsiteY4" fmla="*/ 0 h 3420000"/>
              <a:gd name="connsiteX5" fmla="*/ 5364000 w 5364000"/>
              <a:gd name="connsiteY5" fmla="*/ 0 h 3420000"/>
              <a:gd name="connsiteX6" fmla="*/ 5364000 w 5364000"/>
              <a:gd name="connsiteY6" fmla="*/ 648000 h 3420000"/>
              <a:gd name="connsiteX7" fmla="*/ 4716000 w 5364000"/>
              <a:gd name="connsiteY7" fmla="*/ 648000 h 3420000"/>
              <a:gd name="connsiteX8" fmla="*/ 0 w 5364000"/>
              <a:gd name="connsiteY8" fmla="*/ 0 h 3420000"/>
              <a:gd name="connsiteX9" fmla="*/ 3420000 w 5364000"/>
              <a:gd name="connsiteY9" fmla="*/ 0 h 3420000"/>
              <a:gd name="connsiteX10" fmla="*/ 4068000 w 5364000"/>
              <a:gd name="connsiteY10" fmla="*/ 0 h 3420000"/>
              <a:gd name="connsiteX11" fmla="*/ 4068000 w 5364000"/>
              <a:gd name="connsiteY11" fmla="*/ 648000 h 3420000"/>
              <a:gd name="connsiteX12" fmla="*/ 3420000 w 5364000"/>
              <a:gd name="connsiteY12" fmla="*/ 648000 h 3420000"/>
              <a:gd name="connsiteX13" fmla="*/ 3420000 w 5364000"/>
              <a:gd name="connsiteY13" fmla="*/ 1296000 h 3420000"/>
              <a:gd name="connsiteX14" fmla="*/ 4068000 w 5364000"/>
              <a:gd name="connsiteY14" fmla="*/ 1296000 h 3420000"/>
              <a:gd name="connsiteX15" fmla="*/ 4068000 w 5364000"/>
              <a:gd name="connsiteY15" fmla="*/ 1944000 h 3420000"/>
              <a:gd name="connsiteX16" fmla="*/ 3420000 w 5364000"/>
              <a:gd name="connsiteY16" fmla="*/ 1944000 h 3420000"/>
              <a:gd name="connsiteX17" fmla="*/ 3420000 w 5364000"/>
              <a:gd name="connsiteY17" fmla="*/ 3420000 h 3420000"/>
              <a:gd name="connsiteX18" fmla="*/ 0 w 5364000"/>
              <a:gd name="connsiteY18" fmla="*/ 3420000 h 34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364000" h="3420000">
                <a:moveTo>
                  <a:pt x="4068000" y="648000"/>
                </a:moveTo>
                <a:lnTo>
                  <a:pt x="4716000" y="648000"/>
                </a:lnTo>
                <a:lnTo>
                  <a:pt x="4716000" y="1296000"/>
                </a:lnTo>
                <a:lnTo>
                  <a:pt x="4068000" y="1296000"/>
                </a:lnTo>
                <a:close/>
                <a:moveTo>
                  <a:pt x="4716000" y="0"/>
                </a:moveTo>
                <a:lnTo>
                  <a:pt x="5364000" y="0"/>
                </a:lnTo>
                <a:lnTo>
                  <a:pt x="5364000" y="648000"/>
                </a:lnTo>
                <a:lnTo>
                  <a:pt x="4716000" y="648000"/>
                </a:lnTo>
                <a:close/>
                <a:moveTo>
                  <a:pt x="0" y="0"/>
                </a:moveTo>
                <a:lnTo>
                  <a:pt x="3420000" y="0"/>
                </a:lnTo>
                <a:lnTo>
                  <a:pt x="4068000" y="0"/>
                </a:lnTo>
                <a:lnTo>
                  <a:pt x="4068000" y="648000"/>
                </a:lnTo>
                <a:lnTo>
                  <a:pt x="3420000" y="648000"/>
                </a:lnTo>
                <a:lnTo>
                  <a:pt x="3420000" y="1296000"/>
                </a:lnTo>
                <a:lnTo>
                  <a:pt x="4068000" y="1296000"/>
                </a:lnTo>
                <a:lnTo>
                  <a:pt x="4068000" y="1944000"/>
                </a:lnTo>
                <a:lnTo>
                  <a:pt x="3420000" y="1944000"/>
                </a:lnTo>
                <a:lnTo>
                  <a:pt x="3420000" y="3420000"/>
                </a:lnTo>
                <a:lnTo>
                  <a:pt x="0" y="3420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7" name="正方形/長方形 6"/>
          <p:cNvSpPr/>
          <p:nvPr userDrawn="1"/>
        </p:nvSpPr>
        <p:spPr>
          <a:xfrm>
            <a:off x="3826224" y="1457289"/>
            <a:ext cx="2280000" cy="22803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/>
              <a:t>Slide Title Goes Here</a:t>
            </a:r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9" name="図プレースホルダー 28"/>
          <p:cNvSpPr>
            <a:spLocks noGrp="1"/>
          </p:cNvSpPr>
          <p:nvPr>
            <p:ph type="pic" sz="quarter" idx="12" hasCustomPrompt="1"/>
          </p:nvPr>
        </p:nvSpPr>
        <p:spPr>
          <a:xfrm>
            <a:off x="1546224" y="1457289"/>
            <a:ext cx="2476850" cy="2280352"/>
          </a:xfrm>
          <a:custGeom>
            <a:avLst/>
            <a:gdLst>
              <a:gd name="connsiteX0" fmla="*/ 0 w 3715275"/>
              <a:gd name="connsiteY0" fmla="*/ 0 h 3420000"/>
              <a:gd name="connsiteX1" fmla="*/ 295275 w 3715275"/>
              <a:gd name="connsiteY1" fmla="*/ 0 h 3420000"/>
              <a:gd name="connsiteX2" fmla="*/ 3420000 w 3715275"/>
              <a:gd name="connsiteY2" fmla="*/ 0 h 3420000"/>
              <a:gd name="connsiteX3" fmla="*/ 3420000 w 3715275"/>
              <a:gd name="connsiteY3" fmla="*/ 1562363 h 3420000"/>
              <a:gd name="connsiteX4" fmla="*/ 3715275 w 3715275"/>
              <a:gd name="connsiteY4" fmla="*/ 1710000 h 3420000"/>
              <a:gd name="connsiteX5" fmla="*/ 3420000 w 3715275"/>
              <a:gd name="connsiteY5" fmla="*/ 1857638 h 3420000"/>
              <a:gd name="connsiteX6" fmla="*/ 3420000 w 3715275"/>
              <a:gd name="connsiteY6" fmla="*/ 3420000 h 3420000"/>
              <a:gd name="connsiteX7" fmla="*/ 295275 w 3715275"/>
              <a:gd name="connsiteY7" fmla="*/ 3420000 h 3420000"/>
              <a:gd name="connsiteX8" fmla="*/ 0 w 3715275"/>
              <a:gd name="connsiteY8" fmla="*/ 3420000 h 34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15275" h="3420000">
                <a:moveTo>
                  <a:pt x="0" y="0"/>
                </a:moveTo>
                <a:lnTo>
                  <a:pt x="295275" y="0"/>
                </a:lnTo>
                <a:lnTo>
                  <a:pt x="3420000" y="0"/>
                </a:lnTo>
                <a:lnTo>
                  <a:pt x="3420000" y="1562363"/>
                </a:lnTo>
                <a:lnTo>
                  <a:pt x="3715275" y="1710000"/>
                </a:lnTo>
                <a:lnTo>
                  <a:pt x="3420000" y="1857638"/>
                </a:lnTo>
                <a:lnTo>
                  <a:pt x="3420000" y="3420000"/>
                </a:lnTo>
                <a:lnTo>
                  <a:pt x="295275" y="3420000"/>
                </a:lnTo>
                <a:lnTo>
                  <a:pt x="0" y="34200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kumimoji="1" lang="en-US" altLang="ja-JP"/>
              <a:t>Insert an image</a:t>
            </a:r>
            <a:endParaRPr kumimoji="1" lang="ja-JP" altLang="en-US"/>
          </a:p>
        </p:txBody>
      </p:sp>
      <p:sp>
        <p:nvSpPr>
          <p:cNvPr id="56" name="フリーフォーム 55"/>
          <p:cNvSpPr/>
          <p:nvPr userDrawn="1"/>
        </p:nvSpPr>
        <p:spPr>
          <a:xfrm>
            <a:off x="250224" y="3737641"/>
            <a:ext cx="3576000" cy="2280352"/>
          </a:xfrm>
          <a:custGeom>
            <a:avLst/>
            <a:gdLst>
              <a:gd name="connsiteX0" fmla="*/ 0 w 5364000"/>
              <a:gd name="connsiteY0" fmla="*/ 2767393 h 3420000"/>
              <a:gd name="connsiteX1" fmla="*/ 648000 w 5364000"/>
              <a:gd name="connsiteY1" fmla="*/ 2767393 h 3420000"/>
              <a:gd name="connsiteX2" fmla="*/ 648000 w 5364000"/>
              <a:gd name="connsiteY2" fmla="*/ 3415393 h 3420000"/>
              <a:gd name="connsiteX3" fmla="*/ 0 w 5364000"/>
              <a:gd name="connsiteY3" fmla="*/ 3415393 h 3420000"/>
              <a:gd name="connsiteX4" fmla="*/ 648000 w 5364000"/>
              <a:gd name="connsiteY4" fmla="*/ 2124000 h 3420000"/>
              <a:gd name="connsiteX5" fmla="*/ 1296000 w 5364000"/>
              <a:gd name="connsiteY5" fmla="*/ 2124000 h 3420000"/>
              <a:gd name="connsiteX6" fmla="*/ 1296000 w 5364000"/>
              <a:gd name="connsiteY6" fmla="*/ 2772000 h 3420000"/>
              <a:gd name="connsiteX7" fmla="*/ 648000 w 5364000"/>
              <a:gd name="connsiteY7" fmla="*/ 2772000 h 3420000"/>
              <a:gd name="connsiteX8" fmla="*/ 1944000 w 5364000"/>
              <a:gd name="connsiteY8" fmla="*/ 0 h 3420000"/>
              <a:gd name="connsiteX9" fmla="*/ 5364000 w 5364000"/>
              <a:gd name="connsiteY9" fmla="*/ 0 h 3420000"/>
              <a:gd name="connsiteX10" fmla="*/ 5364000 w 5364000"/>
              <a:gd name="connsiteY10" fmla="*/ 3420000 h 3420000"/>
              <a:gd name="connsiteX11" fmla="*/ 1944000 w 5364000"/>
              <a:gd name="connsiteY11" fmla="*/ 3420000 h 3420000"/>
              <a:gd name="connsiteX12" fmla="*/ 1296000 w 5364000"/>
              <a:gd name="connsiteY12" fmla="*/ 3420000 h 3420000"/>
              <a:gd name="connsiteX13" fmla="*/ 1296000 w 5364000"/>
              <a:gd name="connsiteY13" fmla="*/ 2772000 h 3420000"/>
              <a:gd name="connsiteX14" fmla="*/ 1944000 w 5364000"/>
              <a:gd name="connsiteY14" fmla="*/ 2772000 h 3420000"/>
              <a:gd name="connsiteX15" fmla="*/ 1944000 w 5364000"/>
              <a:gd name="connsiteY15" fmla="*/ 2124000 h 3420000"/>
              <a:gd name="connsiteX16" fmla="*/ 1296000 w 5364000"/>
              <a:gd name="connsiteY16" fmla="*/ 2124000 h 3420000"/>
              <a:gd name="connsiteX17" fmla="*/ 1296000 w 5364000"/>
              <a:gd name="connsiteY17" fmla="*/ 1476000 h 3420000"/>
              <a:gd name="connsiteX18" fmla="*/ 1944000 w 5364000"/>
              <a:gd name="connsiteY18" fmla="*/ 1476000 h 34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364000" h="3420000">
                <a:moveTo>
                  <a:pt x="0" y="2767393"/>
                </a:moveTo>
                <a:lnTo>
                  <a:pt x="648000" y="2767393"/>
                </a:lnTo>
                <a:lnTo>
                  <a:pt x="648000" y="3415393"/>
                </a:lnTo>
                <a:lnTo>
                  <a:pt x="0" y="3415393"/>
                </a:lnTo>
                <a:close/>
                <a:moveTo>
                  <a:pt x="648000" y="2124000"/>
                </a:moveTo>
                <a:lnTo>
                  <a:pt x="1296000" y="2124000"/>
                </a:lnTo>
                <a:lnTo>
                  <a:pt x="1296000" y="2772000"/>
                </a:lnTo>
                <a:lnTo>
                  <a:pt x="648000" y="2772000"/>
                </a:lnTo>
                <a:close/>
                <a:moveTo>
                  <a:pt x="1944000" y="0"/>
                </a:moveTo>
                <a:lnTo>
                  <a:pt x="5364000" y="0"/>
                </a:lnTo>
                <a:lnTo>
                  <a:pt x="5364000" y="3420000"/>
                </a:lnTo>
                <a:lnTo>
                  <a:pt x="1944000" y="3420000"/>
                </a:lnTo>
                <a:lnTo>
                  <a:pt x="1296000" y="3420000"/>
                </a:lnTo>
                <a:lnTo>
                  <a:pt x="1296000" y="2772000"/>
                </a:lnTo>
                <a:lnTo>
                  <a:pt x="1944000" y="2772000"/>
                </a:lnTo>
                <a:lnTo>
                  <a:pt x="1944000" y="2124000"/>
                </a:lnTo>
                <a:lnTo>
                  <a:pt x="1296000" y="2124000"/>
                </a:lnTo>
                <a:lnTo>
                  <a:pt x="1296000" y="1476000"/>
                </a:lnTo>
                <a:lnTo>
                  <a:pt x="1944000" y="147600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25" name="図プレースホルダー 24"/>
          <p:cNvSpPr>
            <a:spLocks noGrp="1"/>
          </p:cNvSpPr>
          <p:nvPr>
            <p:ph type="pic" sz="quarter" idx="13" hasCustomPrompt="1"/>
          </p:nvPr>
        </p:nvSpPr>
        <p:spPr>
          <a:xfrm>
            <a:off x="3619849" y="3737641"/>
            <a:ext cx="2486375" cy="2280352"/>
          </a:xfrm>
          <a:custGeom>
            <a:avLst/>
            <a:gdLst>
              <a:gd name="connsiteX0" fmla="*/ 309563 w 3729563"/>
              <a:gd name="connsiteY0" fmla="*/ 0 h 3420000"/>
              <a:gd name="connsiteX1" fmla="*/ 3420000 w 3729563"/>
              <a:gd name="connsiteY1" fmla="*/ 0 h 3420000"/>
              <a:gd name="connsiteX2" fmla="*/ 3729563 w 3729563"/>
              <a:gd name="connsiteY2" fmla="*/ 0 h 3420000"/>
              <a:gd name="connsiteX3" fmla="*/ 3729563 w 3729563"/>
              <a:gd name="connsiteY3" fmla="*/ 3420000 h 3420000"/>
              <a:gd name="connsiteX4" fmla="*/ 3420000 w 3729563"/>
              <a:gd name="connsiteY4" fmla="*/ 3420000 h 3420000"/>
              <a:gd name="connsiteX5" fmla="*/ 309563 w 3729563"/>
              <a:gd name="connsiteY5" fmla="*/ 3420000 h 3420000"/>
              <a:gd name="connsiteX6" fmla="*/ 309563 w 3729563"/>
              <a:gd name="connsiteY6" fmla="*/ 1864782 h 3420000"/>
              <a:gd name="connsiteX7" fmla="*/ 0 w 3729563"/>
              <a:gd name="connsiteY7" fmla="*/ 1710000 h 3420000"/>
              <a:gd name="connsiteX8" fmla="*/ 309563 w 3729563"/>
              <a:gd name="connsiteY8" fmla="*/ 1555219 h 34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29563" h="3420000">
                <a:moveTo>
                  <a:pt x="309563" y="0"/>
                </a:moveTo>
                <a:lnTo>
                  <a:pt x="3420000" y="0"/>
                </a:lnTo>
                <a:lnTo>
                  <a:pt x="3729563" y="0"/>
                </a:lnTo>
                <a:lnTo>
                  <a:pt x="3729563" y="3420000"/>
                </a:lnTo>
                <a:lnTo>
                  <a:pt x="3420000" y="3420000"/>
                </a:lnTo>
                <a:lnTo>
                  <a:pt x="309563" y="3420000"/>
                </a:lnTo>
                <a:lnTo>
                  <a:pt x="309563" y="1864782"/>
                </a:lnTo>
                <a:lnTo>
                  <a:pt x="0" y="1710000"/>
                </a:lnTo>
                <a:lnTo>
                  <a:pt x="309563" y="1555219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kumimoji="1" lang="en-US" altLang="ja-JP"/>
              <a:t>Insert an image</a:t>
            </a:r>
            <a:endParaRPr kumimoji="1" lang="ja-JP" altLang="en-US"/>
          </a:p>
        </p:txBody>
      </p:sp>
      <p:sp>
        <p:nvSpPr>
          <p:cNvPr id="35" name="図プレースホルダー 34"/>
          <p:cNvSpPr>
            <a:spLocks noGrp="1"/>
          </p:cNvSpPr>
          <p:nvPr>
            <p:ph type="pic" sz="quarter" idx="14" hasCustomPrompt="1"/>
          </p:nvPr>
        </p:nvSpPr>
        <p:spPr>
          <a:xfrm>
            <a:off x="6106224" y="1457289"/>
            <a:ext cx="2476850" cy="2280352"/>
          </a:xfrm>
          <a:custGeom>
            <a:avLst/>
            <a:gdLst>
              <a:gd name="connsiteX0" fmla="*/ 0 w 3715275"/>
              <a:gd name="connsiteY0" fmla="*/ 0 h 3420000"/>
              <a:gd name="connsiteX1" fmla="*/ 295275 w 3715275"/>
              <a:gd name="connsiteY1" fmla="*/ 0 h 3420000"/>
              <a:gd name="connsiteX2" fmla="*/ 3420000 w 3715275"/>
              <a:gd name="connsiteY2" fmla="*/ 0 h 3420000"/>
              <a:gd name="connsiteX3" fmla="*/ 3420000 w 3715275"/>
              <a:gd name="connsiteY3" fmla="*/ 1562363 h 3420000"/>
              <a:gd name="connsiteX4" fmla="*/ 3715275 w 3715275"/>
              <a:gd name="connsiteY4" fmla="*/ 1710000 h 3420000"/>
              <a:gd name="connsiteX5" fmla="*/ 3420000 w 3715275"/>
              <a:gd name="connsiteY5" fmla="*/ 1857638 h 3420000"/>
              <a:gd name="connsiteX6" fmla="*/ 3420000 w 3715275"/>
              <a:gd name="connsiteY6" fmla="*/ 3420000 h 3420000"/>
              <a:gd name="connsiteX7" fmla="*/ 295275 w 3715275"/>
              <a:gd name="connsiteY7" fmla="*/ 3420000 h 3420000"/>
              <a:gd name="connsiteX8" fmla="*/ 0 w 3715275"/>
              <a:gd name="connsiteY8" fmla="*/ 3420000 h 34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15275" h="3420000">
                <a:moveTo>
                  <a:pt x="0" y="0"/>
                </a:moveTo>
                <a:lnTo>
                  <a:pt x="295275" y="0"/>
                </a:lnTo>
                <a:lnTo>
                  <a:pt x="3420000" y="0"/>
                </a:lnTo>
                <a:lnTo>
                  <a:pt x="3420000" y="1562363"/>
                </a:lnTo>
                <a:lnTo>
                  <a:pt x="3715275" y="1710000"/>
                </a:lnTo>
                <a:lnTo>
                  <a:pt x="3420000" y="1857638"/>
                </a:lnTo>
                <a:lnTo>
                  <a:pt x="3420000" y="3420000"/>
                </a:lnTo>
                <a:lnTo>
                  <a:pt x="295275" y="3420000"/>
                </a:lnTo>
                <a:lnTo>
                  <a:pt x="0" y="342000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kumimoji="1" lang="en-US" altLang="ja-JP"/>
              <a:t>Insert an image</a:t>
            </a:r>
            <a:endParaRPr kumimoji="1" lang="ja-JP" altLang="en-US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6106224" y="3737641"/>
            <a:ext cx="2280000" cy="228035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42" name="図プレースホルダー 41"/>
          <p:cNvSpPr>
            <a:spLocks noGrp="1"/>
          </p:cNvSpPr>
          <p:nvPr>
            <p:ph type="pic" sz="quarter" idx="15" hasCustomPrompt="1"/>
          </p:nvPr>
        </p:nvSpPr>
        <p:spPr>
          <a:xfrm>
            <a:off x="8179849" y="3737641"/>
            <a:ext cx="2486375" cy="2280352"/>
          </a:xfrm>
          <a:custGeom>
            <a:avLst/>
            <a:gdLst>
              <a:gd name="connsiteX0" fmla="*/ 309563 w 3729563"/>
              <a:gd name="connsiteY0" fmla="*/ 0 h 3420000"/>
              <a:gd name="connsiteX1" fmla="*/ 3420000 w 3729563"/>
              <a:gd name="connsiteY1" fmla="*/ 0 h 3420000"/>
              <a:gd name="connsiteX2" fmla="*/ 3729563 w 3729563"/>
              <a:gd name="connsiteY2" fmla="*/ 0 h 3420000"/>
              <a:gd name="connsiteX3" fmla="*/ 3729563 w 3729563"/>
              <a:gd name="connsiteY3" fmla="*/ 3420000 h 3420000"/>
              <a:gd name="connsiteX4" fmla="*/ 3420000 w 3729563"/>
              <a:gd name="connsiteY4" fmla="*/ 3420000 h 3420000"/>
              <a:gd name="connsiteX5" fmla="*/ 309563 w 3729563"/>
              <a:gd name="connsiteY5" fmla="*/ 3420000 h 3420000"/>
              <a:gd name="connsiteX6" fmla="*/ 309563 w 3729563"/>
              <a:gd name="connsiteY6" fmla="*/ 1864782 h 3420000"/>
              <a:gd name="connsiteX7" fmla="*/ 0 w 3729563"/>
              <a:gd name="connsiteY7" fmla="*/ 1710000 h 3420000"/>
              <a:gd name="connsiteX8" fmla="*/ 309563 w 3729563"/>
              <a:gd name="connsiteY8" fmla="*/ 1555219 h 34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29563" h="3420000">
                <a:moveTo>
                  <a:pt x="309563" y="0"/>
                </a:moveTo>
                <a:lnTo>
                  <a:pt x="3420000" y="0"/>
                </a:lnTo>
                <a:lnTo>
                  <a:pt x="3729563" y="0"/>
                </a:lnTo>
                <a:lnTo>
                  <a:pt x="3729563" y="3420000"/>
                </a:lnTo>
                <a:lnTo>
                  <a:pt x="3420000" y="3420000"/>
                </a:lnTo>
                <a:lnTo>
                  <a:pt x="309563" y="3420000"/>
                </a:lnTo>
                <a:lnTo>
                  <a:pt x="309563" y="1864782"/>
                </a:lnTo>
                <a:lnTo>
                  <a:pt x="0" y="1710000"/>
                </a:lnTo>
                <a:lnTo>
                  <a:pt x="309563" y="1555219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kumimoji="1" lang="en-US" altLang="ja-JP"/>
              <a:t>Insert an image</a:t>
            </a:r>
            <a:endParaRPr kumimoji="1" lang="ja-JP" altLang="en-US"/>
          </a:p>
        </p:txBody>
      </p:sp>
      <p:sp>
        <p:nvSpPr>
          <p:cNvPr id="43" name="テキスト プレースホルダー 12"/>
          <p:cNvSpPr>
            <a:spLocks noGrp="1"/>
          </p:cNvSpPr>
          <p:nvPr>
            <p:ph type="body" sz="quarter" idx="16" hasCustomPrompt="1"/>
          </p:nvPr>
        </p:nvSpPr>
        <p:spPr>
          <a:xfrm>
            <a:off x="4086227" y="1690679"/>
            <a:ext cx="1876425" cy="1842142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Font typeface="Wingdings" panose="05000000000000000000" pitchFamily="2" charset="2"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45" name="テキスト プレースホルダー 12"/>
          <p:cNvSpPr>
            <a:spLocks noGrp="1"/>
          </p:cNvSpPr>
          <p:nvPr>
            <p:ph type="body" sz="quarter" idx="17" hasCustomPrompt="1"/>
          </p:nvPr>
        </p:nvSpPr>
        <p:spPr>
          <a:xfrm>
            <a:off x="8588012" y="1690679"/>
            <a:ext cx="1876425" cy="1842142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Font typeface="Wingdings" panose="05000000000000000000" pitchFamily="2" charset="2"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46" name="テキスト プレースホルダー 12"/>
          <p:cNvSpPr>
            <a:spLocks noGrp="1"/>
          </p:cNvSpPr>
          <p:nvPr>
            <p:ph type="body" sz="quarter" idx="18" hasCustomPrompt="1"/>
          </p:nvPr>
        </p:nvSpPr>
        <p:spPr>
          <a:xfrm>
            <a:off x="1702498" y="3956746"/>
            <a:ext cx="1876425" cy="1842142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Font typeface="Wingdings" panose="05000000000000000000" pitchFamily="2" charset="2"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47" name="テキスト プレースホルダー 12"/>
          <p:cNvSpPr>
            <a:spLocks noGrp="1"/>
          </p:cNvSpPr>
          <p:nvPr>
            <p:ph type="body" sz="quarter" idx="19" hasCustomPrompt="1"/>
          </p:nvPr>
        </p:nvSpPr>
        <p:spPr>
          <a:xfrm>
            <a:off x="6276975" y="3956746"/>
            <a:ext cx="1876425" cy="1842142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Font typeface="Wingdings" panose="05000000000000000000" pitchFamily="2" charset="2"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4612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50"/>
                            </p:stCondLst>
                            <p:childTnLst>
                              <p:par>
                                <p:cTn id="2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250"/>
                            </p:stCondLst>
                            <p:childTnLst>
                              <p:par>
                                <p:cTn id="4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7" grpId="0" animBg="1"/>
      <p:bldP spid="29" grpId="0" animBg="1"/>
      <p:bldP spid="56" grpId="0" animBg="1"/>
      <p:bldP spid="25" grpId="0" animBg="1"/>
      <p:bldP spid="35" grpId="0" animBg="1"/>
      <p:bldP spid="38" grpId="0" animBg="1"/>
      <p:bldP spid="42" grpId="0" animBg="1"/>
      <p:bldP spid="43" grpId="0" build="p">
        <p:tmplLst>
          <p:tmpl lvl="1">
            <p:tnLst>
              <p:par>
                <p:cTn presetID="14" presetClass="entr" presetSubtype="1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build="p">
        <p:tmplLst>
          <p:tmpl lvl="1">
            <p:tnLst>
              <p:par>
                <p:cTn presetID="14" presetClass="entr" presetSubtype="1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build="p">
        <p:tmplLst>
          <p:tmpl lvl="1">
            <p:tnLst>
              <p:par>
                <p:cTn presetID="14" presetClass="entr" presetSubtype="1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>
        <p:tmplLst>
          <p:tmpl lvl="1">
            <p:tnLst>
              <p:par>
                <p:cTn presetID="14" presetClass="entr" presetSubtype="1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Square Images &amp; Descriptions + 1 Squar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フリーフォーム 18"/>
          <p:cNvSpPr/>
          <p:nvPr userDrawn="1"/>
        </p:nvSpPr>
        <p:spPr>
          <a:xfrm>
            <a:off x="250224" y="3737641"/>
            <a:ext cx="3576000" cy="2280352"/>
          </a:xfrm>
          <a:custGeom>
            <a:avLst/>
            <a:gdLst>
              <a:gd name="connsiteX0" fmla="*/ 0 w 5364000"/>
              <a:gd name="connsiteY0" fmla="*/ 2767393 h 3420000"/>
              <a:gd name="connsiteX1" fmla="*/ 648000 w 5364000"/>
              <a:gd name="connsiteY1" fmla="*/ 2767393 h 3420000"/>
              <a:gd name="connsiteX2" fmla="*/ 648000 w 5364000"/>
              <a:gd name="connsiteY2" fmla="*/ 3415393 h 3420000"/>
              <a:gd name="connsiteX3" fmla="*/ 0 w 5364000"/>
              <a:gd name="connsiteY3" fmla="*/ 3415393 h 3420000"/>
              <a:gd name="connsiteX4" fmla="*/ 648000 w 5364000"/>
              <a:gd name="connsiteY4" fmla="*/ 2124000 h 3420000"/>
              <a:gd name="connsiteX5" fmla="*/ 1296000 w 5364000"/>
              <a:gd name="connsiteY5" fmla="*/ 2124000 h 3420000"/>
              <a:gd name="connsiteX6" fmla="*/ 1296000 w 5364000"/>
              <a:gd name="connsiteY6" fmla="*/ 2772000 h 3420000"/>
              <a:gd name="connsiteX7" fmla="*/ 648000 w 5364000"/>
              <a:gd name="connsiteY7" fmla="*/ 2772000 h 3420000"/>
              <a:gd name="connsiteX8" fmla="*/ 1944000 w 5364000"/>
              <a:gd name="connsiteY8" fmla="*/ 0 h 3420000"/>
              <a:gd name="connsiteX9" fmla="*/ 5364000 w 5364000"/>
              <a:gd name="connsiteY9" fmla="*/ 0 h 3420000"/>
              <a:gd name="connsiteX10" fmla="*/ 5364000 w 5364000"/>
              <a:gd name="connsiteY10" fmla="*/ 3420000 h 3420000"/>
              <a:gd name="connsiteX11" fmla="*/ 1944000 w 5364000"/>
              <a:gd name="connsiteY11" fmla="*/ 3420000 h 3420000"/>
              <a:gd name="connsiteX12" fmla="*/ 1296000 w 5364000"/>
              <a:gd name="connsiteY12" fmla="*/ 3420000 h 3420000"/>
              <a:gd name="connsiteX13" fmla="*/ 1296000 w 5364000"/>
              <a:gd name="connsiteY13" fmla="*/ 2772000 h 3420000"/>
              <a:gd name="connsiteX14" fmla="*/ 1944000 w 5364000"/>
              <a:gd name="connsiteY14" fmla="*/ 2772000 h 3420000"/>
              <a:gd name="connsiteX15" fmla="*/ 1944000 w 5364000"/>
              <a:gd name="connsiteY15" fmla="*/ 2124000 h 3420000"/>
              <a:gd name="connsiteX16" fmla="*/ 1296000 w 5364000"/>
              <a:gd name="connsiteY16" fmla="*/ 2124000 h 3420000"/>
              <a:gd name="connsiteX17" fmla="*/ 1296000 w 5364000"/>
              <a:gd name="connsiteY17" fmla="*/ 1476000 h 3420000"/>
              <a:gd name="connsiteX18" fmla="*/ 1944000 w 5364000"/>
              <a:gd name="connsiteY18" fmla="*/ 1476000 h 34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364000" h="3420000">
                <a:moveTo>
                  <a:pt x="0" y="2767393"/>
                </a:moveTo>
                <a:lnTo>
                  <a:pt x="648000" y="2767393"/>
                </a:lnTo>
                <a:lnTo>
                  <a:pt x="648000" y="3415393"/>
                </a:lnTo>
                <a:lnTo>
                  <a:pt x="0" y="3415393"/>
                </a:lnTo>
                <a:close/>
                <a:moveTo>
                  <a:pt x="648000" y="2124000"/>
                </a:moveTo>
                <a:lnTo>
                  <a:pt x="1296000" y="2124000"/>
                </a:lnTo>
                <a:lnTo>
                  <a:pt x="1296000" y="2772000"/>
                </a:lnTo>
                <a:lnTo>
                  <a:pt x="648000" y="2772000"/>
                </a:lnTo>
                <a:close/>
                <a:moveTo>
                  <a:pt x="1944000" y="0"/>
                </a:moveTo>
                <a:lnTo>
                  <a:pt x="5364000" y="0"/>
                </a:lnTo>
                <a:lnTo>
                  <a:pt x="5364000" y="3420000"/>
                </a:lnTo>
                <a:lnTo>
                  <a:pt x="1944000" y="3420000"/>
                </a:lnTo>
                <a:lnTo>
                  <a:pt x="1296000" y="3420000"/>
                </a:lnTo>
                <a:lnTo>
                  <a:pt x="1296000" y="2772000"/>
                </a:lnTo>
                <a:lnTo>
                  <a:pt x="1944000" y="2772000"/>
                </a:lnTo>
                <a:lnTo>
                  <a:pt x="1944000" y="2124000"/>
                </a:lnTo>
                <a:lnTo>
                  <a:pt x="1296000" y="2124000"/>
                </a:lnTo>
                <a:lnTo>
                  <a:pt x="1296000" y="1476000"/>
                </a:lnTo>
                <a:lnTo>
                  <a:pt x="1944000" y="147600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7" name="正方形/長方形 6"/>
          <p:cNvSpPr/>
          <p:nvPr userDrawn="1"/>
        </p:nvSpPr>
        <p:spPr>
          <a:xfrm>
            <a:off x="3826224" y="1457289"/>
            <a:ext cx="2280000" cy="22803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/>
              <a:t>Slide Title Goes Here</a:t>
            </a:r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9" name="図プレースホルダー 28"/>
          <p:cNvSpPr>
            <a:spLocks noGrp="1"/>
          </p:cNvSpPr>
          <p:nvPr>
            <p:ph type="pic" sz="quarter" idx="12" hasCustomPrompt="1"/>
          </p:nvPr>
        </p:nvSpPr>
        <p:spPr>
          <a:xfrm>
            <a:off x="1546224" y="1457289"/>
            <a:ext cx="2476850" cy="2280352"/>
          </a:xfrm>
          <a:custGeom>
            <a:avLst/>
            <a:gdLst>
              <a:gd name="connsiteX0" fmla="*/ 0 w 3715275"/>
              <a:gd name="connsiteY0" fmla="*/ 0 h 3420000"/>
              <a:gd name="connsiteX1" fmla="*/ 295275 w 3715275"/>
              <a:gd name="connsiteY1" fmla="*/ 0 h 3420000"/>
              <a:gd name="connsiteX2" fmla="*/ 3420000 w 3715275"/>
              <a:gd name="connsiteY2" fmla="*/ 0 h 3420000"/>
              <a:gd name="connsiteX3" fmla="*/ 3420000 w 3715275"/>
              <a:gd name="connsiteY3" fmla="*/ 1562363 h 3420000"/>
              <a:gd name="connsiteX4" fmla="*/ 3715275 w 3715275"/>
              <a:gd name="connsiteY4" fmla="*/ 1710000 h 3420000"/>
              <a:gd name="connsiteX5" fmla="*/ 3420000 w 3715275"/>
              <a:gd name="connsiteY5" fmla="*/ 1857638 h 3420000"/>
              <a:gd name="connsiteX6" fmla="*/ 3420000 w 3715275"/>
              <a:gd name="connsiteY6" fmla="*/ 3420000 h 3420000"/>
              <a:gd name="connsiteX7" fmla="*/ 295275 w 3715275"/>
              <a:gd name="connsiteY7" fmla="*/ 3420000 h 3420000"/>
              <a:gd name="connsiteX8" fmla="*/ 0 w 3715275"/>
              <a:gd name="connsiteY8" fmla="*/ 3420000 h 34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15275" h="3420000">
                <a:moveTo>
                  <a:pt x="0" y="0"/>
                </a:moveTo>
                <a:lnTo>
                  <a:pt x="295275" y="0"/>
                </a:lnTo>
                <a:lnTo>
                  <a:pt x="3420000" y="0"/>
                </a:lnTo>
                <a:lnTo>
                  <a:pt x="3420000" y="1562363"/>
                </a:lnTo>
                <a:lnTo>
                  <a:pt x="3715275" y="1710000"/>
                </a:lnTo>
                <a:lnTo>
                  <a:pt x="3420000" y="1857638"/>
                </a:lnTo>
                <a:lnTo>
                  <a:pt x="3420000" y="3420000"/>
                </a:lnTo>
                <a:lnTo>
                  <a:pt x="295275" y="3420000"/>
                </a:lnTo>
                <a:lnTo>
                  <a:pt x="0" y="34200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kumimoji="1" lang="en-US" altLang="ja-JP"/>
              <a:t>Insert an image</a:t>
            </a:r>
            <a:endParaRPr kumimoji="1" lang="ja-JP" altLang="en-US"/>
          </a:p>
        </p:txBody>
      </p:sp>
      <p:sp>
        <p:nvSpPr>
          <p:cNvPr id="25" name="図プレースホルダー 24"/>
          <p:cNvSpPr>
            <a:spLocks noGrp="1"/>
          </p:cNvSpPr>
          <p:nvPr>
            <p:ph type="pic" sz="quarter" idx="13" hasCustomPrompt="1"/>
          </p:nvPr>
        </p:nvSpPr>
        <p:spPr>
          <a:xfrm>
            <a:off x="3619849" y="3737641"/>
            <a:ext cx="2486375" cy="2280352"/>
          </a:xfrm>
          <a:custGeom>
            <a:avLst/>
            <a:gdLst>
              <a:gd name="connsiteX0" fmla="*/ 309563 w 3729563"/>
              <a:gd name="connsiteY0" fmla="*/ 0 h 3420000"/>
              <a:gd name="connsiteX1" fmla="*/ 3420000 w 3729563"/>
              <a:gd name="connsiteY1" fmla="*/ 0 h 3420000"/>
              <a:gd name="connsiteX2" fmla="*/ 3729563 w 3729563"/>
              <a:gd name="connsiteY2" fmla="*/ 0 h 3420000"/>
              <a:gd name="connsiteX3" fmla="*/ 3729563 w 3729563"/>
              <a:gd name="connsiteY3" fmla="*/ 3420000 h 3420000"/>
              <a:gd name="connsiteX4" fmla="*/ 3420000 w 3729563"/>
              <a:gd name="connsiteY4" fmla="*/ 3420000 h 3420000"/>
              <a:gd name="connsiteX5" fmla="*/ 309563 w 3729563"/>
              <a:gd name="connsiteY5" fmla="*/ 3420000 h 3420000"/>
              <a:gd name="connsiteX6" fmla="*/ 309563 w 3729563"/>
              <a:gd name="connsiteY6" fmla="*/ 1864782 h 3420000"/>
              <a:gd name="connsiteX7" fmla="*/ 0 w 3729563"/>
              <a:gd name="connsiteY7" fmla="*/ 1710000 h 3420000"/>
              <a:gd name="connsiteX8" fmla="*/ 309563 w 3729563"/>
              <a:gd name="connsiteY8" fmla="*/ 1555219 h 34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29563" h="3420000">
                <a:moveTo>
                  <a:pt x="309563" y="0"/>
                </a:moveTo>
                <a:lnTo>
                  <a:pt x="3420000" y="0"/>
                </a:lnTo>
                <a:lnTo>
                  <a:pt x="3729563" y="0"/>
                </a:lnTo>
                <a:lnTo>
                  <a:pt x="3729563" y="3420000"/>
                </a:lnTo>
                <a:lnTo>
                  <a:pt x="3420000" y="3420000"/>
                </a:lnTo>
                <a:lnTo>
                  <a:pt x="309563" y="3420000"/>
                </a:lnTo>
                <a:lnTo>
                  <a:pt x="309563" y="1864782"/>
                </a:lnTo>
                <a:lnTo>
                  <a:pt x="0" y="1710000"/>
                </a:lnTo>
                <a:lnTo>
                  <a:pt x="309563" y="1555219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kumimoji="1" lang="en-US" altLang="ja-JP"/>
              <a:t>Insert an image</a:t>
            </a:r>
            <a:endParaRPr kumimoji="1" lang="ja-JP" altLang="en-US"/>
          </a:p>
        </p:txBody>
      </p:sp>
      <p:sp>
        <p:nvSpPr>
          <p:cNvPr id="43" name="テキスト プレースホルダー 12"/>
          <p:cNvSpPr>
            <a:spLocks noGrp="1"/>
          </p:cNvSpPr>
          <p:nvPr>
            <p:ph type="body" sz="quarter" idx="16" hasCustomPrompt="1"/>
          </p:nvPr>
        </p:nvSpPr>
        <p:spPr>
          <a:xfrm>
            <a:off x="4086227" y="1690679"/>
            <a:ext cx="1876425" cy="1842142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Font typeface="Wingdings" panose="05000000000000000000" pitchFamily="2" charset="2"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46" name="テキスト プレースホルダー 12"/>
          <p:cNvSpPr>
            <a:spLocks noGrp="1"/>
          </p:cNvSpPr>
          <p:nvPr>
            <p:ph type="body" sz="quarter" idx="18" hasCustomPrompt="1"/>
          </p:nvPr>
        </p:nvSpPr>
        <p:spPr>
          <a:xfrm>
            <a:off x="1702498" y="3956746"/>
            <a:ext cx="1876425" cy="1842142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Font typeface="Wingdings" panose="05000000000000000000" pitchFamily="2" charset="2"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26" name="図プレースホルダー 25"/>
          <p:cNvSpPr>
            <a:spLocks noGrp="1"/>
          </p:cNvSpPr>
          <p:nvPr>
            <p:ph type="pic" sz="quarter" idx="19" hasCustomPrompt="1"/>
          </p:nvPr>
        </p:nvSpPr>
        <p:spPr>
          <a:xfrm>
            <a:off x="6106584" y="1457111"/>
            <a:ext cx="5855299" cy="4560443"/>
          </a:xfrm>
          <a:custGeom>
            <a:avLst/>
            <a:gdLst>
              <a:gd name="connsiteX0" fmla="*/ 7486950 w 8782949"/>
              <a:gd name="connsiteY0" fmla="*/ 648000 h 6839609"/>
              <a:gd name="connsiteX1" fmla="*/ 8134949 w 8782949"/>
              <a:gd name="connsiteY1" fmla="*/ 648000 h 6839609"/>
              <a:gd name="connsiteX2" fmla="*/ 8134949 w 8782949"/>
              <a:gd name="connsiteY2" fmla="*/ 1296000 h 6839609"/>
              <a:gd name="connsiteX3" fmla="*/ 7486950 w 8782949"/>
              <a:gd name="connsiteY3" fmla="*/ 1296000 h 6839609"/>
              <a:gd name="connsiteX4" fmla="*/ 8134949 w 8782949"/>
              <a:gd name="connsiteY4" fmla="*/ 0 h 6839609"/>
              <a:gd name="connsiteX5" fmla="*/ 8782949 w 8782949"/>
              <a:gd name="connsiteY5" fmla="*/ 0 h 6839609"/>
              <a:gd name="connsiteX6" fmla="*/ 8782949 w 8782949"/>
              <a:gd name="connsiteY6" fmla="*/ 648000 h 6839609"/>
              <a:gd name="connsiteX7" fmla="*/ 8134949 w 8782949"/>
              <a:gd name="connsiteY7" fmla="*/ 648000 h 6839609"/>
              <a:gd name="connsiteX8" fmla="*/ 6838950 w 8782949"/>
              <a:gd name="connsiteY8" fmla="*/ 0 h 6839609"/>
              <a:gd name="connsiteX9" fmla="*/ 7486950 w 8782949"/>
              <a:gd name="connsiteY9" fmla="*/ 0 h 6839609"/>
              <a:gd name="connsiteX10" fmla="*/ 7486950 w 8782949"/>
              <a:gd name="connsiteY10" fmla="*/ 648000 h 6839609"/>
              <a:gd name="connsiteX11" fmla="*/ 6838950 w 8782949"/>
              <a:gd name="connsiteY11" fmla="*/ 648000 h 6839609"/>
              <a:gd name="connsiteX12" fmla="*/ 6838950 w 8782949"/>
              <a:gd name="connsiteY12" fmla="*/ 1296000 h 6839609"/>
              <a:gd name="connsiteX13" fmla="*/ 7486950 w 8782949"/>
              <a:gd name="connsiteY13" fmla="*/ 1296000 h 6839609"/>
              <a:gd name="connsiteX14" fmla="*/ 7486950 w 8782949"/>
              <a:gd name="connsiteY14" fmla="*/ 1944000 h 6839609"/>
              <a:gd name="connsiteX15" fmla="*/ 6838950 w 8782949"/>
              <a:gd name="connsiteY15" fmla="*/ 1944000 h 6839609"/>
              <a:gd name="connsiteX16" fmla="*/ 6838950 w 8782949"/>
              <a:gd name="connsiteY16" fmla="*/ 6839609 h 6839609"/>
              <a:gd name="connsiteX17" fmla="*/ 0 w 8782949"/>
              <a:gd name="connsiteY17" fmla="*/ 6839609 h 6839609"/>
              <a:gd name="connsiteX18" fmla="*/ 0 w 8782949"/>
              <a:gd name="connsiteY18" fmla="*/ 659 h 6839609"/>
              <a:gd name="connsiteX19" fmla="*/ 6838950 w 8782949"/>
              <a:gd name="connsiteY19" fmla="*/ 659 h 6839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8782949" h="6839609">
                <a:moveTo>
                  <a:pt x="7486950" y="648000"/>
                </a:moveTo>
                <a:lnTo>
                  <a:pt x="8134949" y="648000"/>
                </a:lnTo>
                <a:lnTo>
                  <a:pt x="8134949" y="1296000"/>
                </a:lnTo>
                <a:lnTo>
                  <a:pt x="7486950" y="1296000"/>
                </a:lnTo>
                <a:close/>
                <a:moveTo>
                  <a:pt x="8134949" y="0"/>
                </a:moveTo>
                <a:lnTo>
                  <a:pt x="8782949" y="0"/>
                </a:lnTo>
                <a:lnTo>
                  <a:pt x="8782949" y="648000"/>
                </a:lnTo>
                <a:lnTo>
                  <a:pt x="8134949" y="648000"/>
                </a:lnTo>
                <a:close/>
                <a:moveTo>
                  <a:pt x="6838950" y="0"/>
                </a:moveTo>
                <a:lnTo>
                  <a:pt x="7486950" y="0"/>
                </a:lnTo>
                <a:lnTo>
                  <a:pt x="7486950" y="648000"/>
                </a:lnTo>
                <a:lnTo>
                  <a:pt x="6838950" y="648000"/>
                </a:lnTo>
                <a:lnTo>
                  <a:pt x="6838950" y="1296000"/>
                </a:lnTo>
                <a:lnTo>
                  <a:pt x="7486950" y="1296000"/>
                </a:lnTo>
                <a:lnTo>
                  <a:pt x="7486950" y="1944000"/>
                </a:lnTo>
                <a:lnTo>
                  <a:pt x="6838950" y="1944000"/>
                </a:lnTo>
                <a:lnTo>
                  <a:pt x="6838950" y="6839609"/>
                </a:lnTo>
                <a:lnTo>
                  <a:pt x="0" y="6839609"/>
                </a:lnTo>
                <a:lnTo>
                  <a:pt x="0" y="659"/>
                </a:lnTo>
                <a:lnTo>
                  <a:pt x="6838950" y="659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kumimoji="1" lang="en-US" altLang="ja-JP"/>
              <a:t>Insert an image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0976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50"/>
                            </p:stCondLst>
                            <p:childTnLst>
                              <p:par>
                                <p:cTn id="20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7" grpId="0" animBg="1"/>
      <p:bldP spid="29" grpId="0" animBg="1"/>
      <p:bldP spid="25" grpId="0" animBg="1"/>
      <p:bldP spid="43" grpId="0" build="p">
        <p:tmplLst>
          <p:tmpl lvl="1">
            <p:tnLst>
              <p:par>
                <p:cTn presetID="14" presetClass="entr" presetSubtype="1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build="p">
        <p:tmplLst>
          <p:tmpl lvl="1">
            <p:tnLst>
              <p:par>
                <p:cTn presetID="14" presetClass="entr" presetSubtype="1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animBg="1"/>
    </p:bldLst>
  </p:timing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Lay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/>
              <a:t>Slide Title Goes Here</a:t>
            </a:r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4038600" y="6389527"/>
            <a:ext cx="4114800" cy="365125"/>
          </a:xfrm>
        </p:spPr>
        <p:txBody>
          <a:bodyPr/>
          <a:lstStyle/>
          <a:p>
            <a:r>
              <a:rPr lang="en-US"/>
              <a:t>The Power of PowerPoint | thepopp.com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正方形/長方形 4"/>
          <p:cNvSpPr/>
          <p:nvPr userDrawn="1"/>
        </p:nvSpPr>
        <p:spPr>
          <a:xfrm>
            <a:off x="4930020" y="4057205"/>
            <a:ext cx="2331962" cy="233232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  <a:scene3d>
            <a:camera prst="isometricOffAxis1To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7" name="正方形/長方形 16"/>
          <p:cNvSpPr/>
          <p:nvPr userDrawn="1"/>
        </p:nvSpPr>
        <p:spPr>
          <a:xfrm>
            <a:off x="4930020" y="4057205"/>
            <a:ext cx="2331962" cy="233232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  <a:scene3d>
            <a:camera prst="isometricOffAxis1To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8" name="正方形/長方形 17"/>
          <p:cNvSpPr/>
          <p:nvPr userDrawn="1"/>
        </p:nvSpPr>
        <p:spPr>
          <a:xfrm>
            <a:off x="4930020" y="4057205"/>
            <a:ext cx="2331962" cy="233232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  <a:scene3d>
            <a:camera prst="isometricOffAxis1To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9" name="正方形/長方形 18"/>
          <p:cNvSpPr/>
          <p:nvPr userDrawn="1"/>
        </p:nvSpPr>
        <p:spPr>
          <a:xfrm>
            <a:off x="4930020" y="4057205"/>
            <a:ext cx="2331962" cy="233232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  <a:scene3d>
            <a:camera prst="isometricOffAxis1To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20" name="正方形/長方形 19"/>
          <p:cNvSpPr/>
          <p:nvPr userDrawn="1"/>
        </p:nvSpPr>
        <p:spPr>
          <a:xfrm>
            <a:off x="4930019" y="4057204"/>
            <a:ext cx="2331962" cy="233232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  <a:scene3d>
            <a:camera prst="isometricOffAxis1To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21" name="正方形/長方形 20"/>
          <p:cNvSpPr/>
          <p:nvPr userDrawn="1"/>
        </p:nvSpPr>
        <p:spPr>
          <a:xfrm>
            <a:off x="4930018" y="4057204"/>
            <a:ext cx="2331962" cy="233232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  <a:scene3d>
            <a:camera prst="isometricOffAxis1To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22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8038432" y="5160092"/>
            <a:ext cx="3704389" cy="74550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Font typeface="Wingdings" panose="05000000000000000000" pitchFamily="2" charset="2"/>
              <a:buNone/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23" name="テキスト プレースホルダー 12"/>
          <p:cNvSpPr>
            <a:spLocks noGrp="1"/>
          </p:cNvSpPr>
          <p:nvPr>
            <p:ph type="body" sz="quarter" idx="17" hasCustomPrompt="1"/>
          </p:nvPr>
        </p:nvSpPr>
        <p:spPr>
          <a:xfrm>
            <a:off x="8038432" y="4591066"/>
            <a:ext cx="3704389" cy="498098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24" name="正方形/長方形 23"/>
          <p:cNvSpPr/>
          <p:nvPr userDrawn="1"/>
        </p:nvSpPr>
        <p:spPr>
          <a:xfrm>
            <a:off x="8108715" y="5069166"/>
            <a:ext cx="1218599" cy="480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25" name="テキスト プレースホルダー 12"/>
          <p:cNvSpPr>
            <a:spLocks noGrp="1"/>
          </p:cNvSpPr>
          <p:nvPr>
            <p:ph type="body" sz="quarter" idx="18" hasCustomPrompt="1"/>
          </p:nvPr>
        </p:nvSpPr>
        <p:spPr>
          <a:xfrm>
            <a:off x="449178" y="5145863"/>
            <a:ext cx="3704389" cy="745504"/>
          </a:xfrm>
        </p:spPr>
        <p:txBody>
          <a:bodyPr>
            <a:normAutofit/>
          </a:bodyPr>
          <a:lstStyle>
            <a:lvl1pPr marL="0" indent="0" algn="r">
              <a:spcBef>
                <a:spcPts val="0"/>
              </a:spcBef>
              <a:buFont typeface="Wingdings" panose="05000000000000000000" pitchFamily="2" charset="2"/>
              <a:buNone/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26" name="テキスト プレースホルダー 12"/>
          <p:cNvSpPr>
            <a:spLocks noGrp="1"/>
          </p:cNvSpPr>
          <p:nvPr>
            <p:ph type="body" sz="quarter" idx="19" hasCustomPrompt="1"/>
          </p:nvPr>
        </p:nvSpPr>
        <p:spPr>
          <a:xfrm>
            <a:off x="449178" y="4576838"/>
            <a:ext cx="3704389" cy="498098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27" name="正方形/長方形 26"/>
          <p:cNvSpPr/>
          <p:nvPr userDrawn="1"/>
        </p:nvSpPr>
        <p:spPr>
          <a:xfrm>
            <a:off x="2864687" y="5054938"/>
            <a:ext cx="1218599" cy="480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 sz="1200"/>
          </a:p>
        </p:txBody>
      </p:sp>
      <p:sp>
        <p:nvSpPr>
          <p:cNvPr id="29" name="テキスト プレースホルダー 12"/>
          <p:cNvSpPr>
            <a:spLocks noGrp="1"/>
          </p:cNvSpPr>
          <p:nvPr>
            <p:ph type="body" sz="quarter" idx="20" hasCustomPrompt="1"/>
          </p:nvPr>
        </p:nvSpPr>
        <p:spPr>
          <a:xfrm>
            <a:off x="8038432" y="3672233"/>
            <a:ext cx="3704389" cy="74550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Font typeface="Wingdings" panose="05000000000000000000" pitchFamily="2" charset="2"/>
              <a:buNone/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32" name="テキスト プレースホルダー 12"/>
          <p:cNvSpPr>
            <a:spLocks noGrp="1"/>
          </p:cNvSpPr>
          <p:nvPr>
            <p:ph type="body" sz="quarter" idx="21" hasCustomPrompt="1"/>
          </p:nvPr>
        </p:nvSpPr>
        <p:spPr>
          <a:xfrm>
            <a:off x="8038432" y="3103207"/>
            <a:ext cx="3704389" cy="498098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35" name="正方形/長方形 34"/>
          <p:cNvSpPr/>
          <p:nvPr userDrawn="1"/>
        </p:nvSpPr>
        <p:spPr>
          <a:xfrm>
            <a:off x="8108715" y="3581308"/>
            <a:ext cx="1218599" cy="4801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38" name="テキスト プレースホルダー 12"/>
          <p:cNvSpPr>
            <a:spLocks noGrp="1"/>
          </p:cNvSpPr>
          <p:nvPr>
            <p:ph type="body" sz="quarter" idx="22" hasCustomPrompt="1"/>
          </p:nvPr>
        </p:nvSpPr>
        <p:spPr>
          <a:xfrm>
            <a:off x="449178" y="3658005"/>
            <a:ext cx="3704389" cy="745504"/>
          </a:xfrm>
        </p:spPr>
        <p:txBody>
          <a:bodyPr>
            <a:normAutofit/>
          </a:bodyPr>
          <a:lstStyle>
            <a:lvl1pPr marL="0" indent="0" algn="r">
              <a:spcBef>
                <a:spcPts val="0"/>
              </a:spcBef>
              <a:buFont typeface="Wingdings" panose="05000000000000000000" pitchFamily="2" charset="2"/>
              <a:buNone/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42" name="テキスト プレースホルダー 12"/>
          <p:cNvSpPr>
            <a:spLocks noGrp="1"/>
          </p:cNvSpPr>
          <p:nvPr>
            <p:ph type="body" sz="quarter" idx="23" hasCustomPrompt="1"/>
          </p:nvPr>
        </p:nvSpPr>
        <p:spPr>
          <a:xfrm>
            <a:off x="449178" y="3088979"/>
            <a:ext cx="3704389" cy="498098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43" name="正方形/長方形 42"/>
          <p:cNvSpPr/>
          <p:nvPr userDrawn="1"/>
        </p:nvSpPr>
        <p:spPr>
          <a:xfrm>
            <a:off x="2864687" y="3567080"/>
            <a:ext cx="1218599" cy="4801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 sz="1200"/>
          </a:p>
        </p:txBody>
      </p:sp>
      <p:sp>
        <p:nvSpPr>
          <p:cNvPr id="44" name="テキスト プレースホルダー 12"/>
          <p:cNvSpPr>
            <a:spLocks noGrp="1"/>
          </p:cNvSpPr>
          <p:nvPr>
            <p:ph type="body" sz="quarter" idx="24" hasCustomPrompt="1"/>
          </p:nvPr>
        </p:nvSpPr>
        <p:spPr>
          <a:xfrm>
            <a:off x="8038432" y="2167596"/>
            <a:ext cx="3704389" cy="74550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Font typeface="Wingdings" panose="05000000000000000000" pitchFamily="2" charset="2"/>
              <a:buNone/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45" name="テキスト プレースホルダー 12"/>
          <p:cNvSpPr>
            <a:spLocks noGrp="1"/>
          </p:cNvSpPr>
          <p:nvPr>
            <p:ph type="body" sz="quarter" idx="25" hasCustomPrompt="1"/>
          </p:nvPr>
        </p:nvSpPr>
        <p:spPr>
          <a:xfrm>
            <a:off x="8038432" y="1598570"/>
            <a:ext cx="3704389" cy="498098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46" name="正方形/長方形 45"/>
          <p:cNvSpPr/>
          <p:nvPr userDrawn="1"/>
        </p:nvSpPr>
        <p:spPr>
          <a:xfrm>
            <a:off x="8108715" y="2076670"/>
            <a:ext cx="1218599" cy="480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50" name="テキスト プレースホルダー 12"/>
          <p:cNvSpPr>
            <a:spLocks noGrp="1"/>
          </p:cNvSpPr>
          <p:nvPr>
            <p:ph type="body" sz="quarter" idx="26" hasCustomPrompt="1"/>
          </p:nvPr>
        </p:nvSpPr>
        <p:spPr>
          <a:xfrm>
            <a:off x="449178" y="2167596"/>
            <a:ext cx="3704389" cy="745504"/>
          </a:xfrm>
        </p:spPr>
        <p:txBody>
          <a:bodyPr>
            <a:normAutofit/>
          </a:bodyPr>
          <a:lstStyle>
            <a:lvl1pPr marL="0" indent="0" algn="r">
              <a:spcBef>
                <a:spcPts val="0"/>
              </a:spcBef>
              <a:buFont typeface="Wingdings" panose="05000000000000000000" pitchFamily="2" charset="2"/>
              <a:buNone/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51" name="テキスト プレースホルダー 12"/>
          <p:cNvSpPr>
            <a:spLocks noGrp="1"/>
          </p:cNvSpPr>
          <p:nvPr>
            <p:ph type="body" sz="quarter" idx="27" hasCustomPrompt="1"/>
          </p:nvPr>
        </p:nvSpPr>
        <p:spPr>
          <a:xfrm>
            <a:off x="449178" y="1598570"/>
            <a:ext cx="3704389" cy="498098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52" name="正方形/長方形 51"/>
          <p:cNvSpPr/>
          <p:nvPr userDrawn="1"/>
        </p:nvSpPr>
        <p:spPr>
          <a:xfrm>
            <a:off x="2864687" y="2076670"/>
            <a:ext cx="1218599" cy="4801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 sz="1200"/>
          </a:p>
        </p:txBody>
      </p:sp>
      <p:cxnSp>
        <p:nvCxnSpPr>
          <p:cNvPr id="10" name="直線コネクタ 9"/>
          <p:cNvCxnSpPr>
            <a:endCxn id="23" idx="1"/>
          </p:cNvCxnSpPr>
          <p:nvPr userDrawn="1"/>
        </p:nvCxnSpPr>
        <p:spPr>
          <a:xfrm flipV="1">
            <a:off x="7453929" y="4840115"/>
            <a:ext cx="584503" cy="347657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コネクタ 58"/>
          <p:cNvCxnSpPr>
            <a:stCxn id="26" idx="3"/>
          </p:cNvCxnSpPr>
          <p:nvPr userDrawn="1"/>
        </p:nvCxnSpPr>
        <p:spPr>
          <a:xfrm flipV="1">
            <a:off x="4153568" y="4698249"/>
            <a:ext cx="488526" cy="127637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コネクタ 9"/>
          <p:cNvCxnSpPr>
            <a:stCxn id="54" idx="2"/>
            <a:endCxn id="42" idx="3"/>
          </p:cNvCxnSpPr>
          <p:nvPr userDrawn="1"/>
        </p:nvCxnSpPr>
        <p:spPr>
          <a:xfrm rot="10800000">
            <a:off x="4153568" y="3338029"/>
            <a:ext cx="488526" cy="284150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コネクタ 9"/>
          <p:cNvCxnSpPr>
            <a:stCxn id="51" idx="3"/>
            <a:endCxn id="56" idx="2"/>
          </p:cNvCxnSpPr>
          <p:nvPr userDrawn="1"/>
        </p:nvCxnSpPr>
        <p:spPr>
          <a:xfrm>
            <a:off x="4153568" y="1847619"/>
            <a:ext cx="488526" cy="698488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コネクタ 9"/>
          <p:cNvCxnSpPr>
            <a:stCxn id="53" idx="6"/>
            <a:endCxn id="32" idx="1"/>
          </p:cNvCxnSpPr>
          <p:nvPr userDrawn="1"/>
        </p:nvCxnSpPr>
        <p:spPr>
          <a:xfrm flipV="1">
            <a:off x="7453929" y="3352256"/>
            <a:ext cx="584503" cy="777028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コネクタ 9"/>
          <p:cNvCxnSpPr>
            <a:stCxn id="55" idx="6"/>
            <a:endCxn id="45" idx="1"/>
          </p:cNvCxnSpPr>
          <p:nvPr userDrawn="1"/>
        </p:nvCxnSpPr>
        <p:spPr>
          <a:xfrm flipV="1">
            <a:off x="7453929" y="1847620"/>
            <a:ext cx="584503" cy="1223177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楕円 5"/>
          <p:cNvSpPr/>
          <p:nvPr userDrawn="1"/>
        </p:nvSpPr>
        <p:spPr>
          <a:xfrm>
            <a:off x="4642094" y="4602260"/>
            <a:ext cx="191949" cy="191979"/>
          </a:xfrm>
          <a:prstGeom prst="ellipse">
            <a:avLst/>
          </a:prstGeom>
          <a:solidFill>
            <a:schemeClr val="accent2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53" name="楕円 52"/>
          <p:cNvSpPr/>
          <p:nvPr userDrawn="1"/>
        </p:nvSpPr>
        <p:spPr>
          <a:xfrm>
            <a:off x="7261980" y="4033295"/>
            <a:ext cx="191949" cy="191979"/>
          </a:xfrm>
          <a:prstGeom prst="ellipse">
            <a:avLst/>
          </a:prstGeom>
          <a:solidFill>
            <a:schemeClr val="accent3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54" name="楕円 53"/>
          <p:cNvSpPr/>
          <p:nvPr userDrawn="1"/>
        </p:nvSpPr>
        <p:spPr>
          <a:xfrm>
            <a:off x="4642094" y="3526189"/>
            <a:ext cx="191949" cy="191979"/>
          </a:xfrm>
          <a:prstGeom prst="ellipse">
            <a:avLst/>
          </a:prstGeom>
          <a:solidFill>
            <a:schemeClr val="accent4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55" name="楕円 54"/>
          <p:cNvSpPr/>
          <p:nvPr userDrawn="1"/>
        </p:nvSpPr>
        <p:spPr>
          <a:xfrm>
            <a:off x="7261980" y="2974807"/>
            <a:ext cx="191949" cy="191979"/>
          </a:xfrm>
          <a:prstGeom prst="ellipse">
            <a:avLst/>
          </a:prstGeom>
          <a:solidFill>
            <a:schemeClr val="accent5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56" name="楕円 55"/>
          <p:cNvSpPr/>
          <p:nvPr userDrawn="1"/>
        </p:nvSpPr>
        <p:spPr>
          <a:xfrm>
            <a:off x="4642094" y="2450117"/>
            <a:ext cx="191949" cy="191979"/>
          </a:xfrm>
          <a:prstGeom prst="ellipse">
            <a:avLst/>
          </a:prstGeom>
          <a:solidFill>
            <a:schemeClr val="accent6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57" name="楕円 56"/>
          <p:cNvSpPr/>
          <p:nvPr userDrawn="1"/>
        </p:nvSpPr>
        <p:spPr>
          <a:xfrm>
            <a:off x="7261980" y="5091782"/>
            <a:ext cx="191949" cy="191979"/>
          </a:xfrm>
          <a:prstGeom prst="ellipse">
            <a:avLst/>
          </a:prstGeom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886513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75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25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750"/>
                            </p:stCondLst>
                            <p:childTnLst>
                              <p:par>
                                <p:cTn id="38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35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850"/>
                            </p:stCondLst>
                            <p:childTnLst>
                              <p:par>
                                <p:cTn id="51" presetID="42" presetClass="path" presetSubtype="0" decel="100000" fill="hold" grpId="1" nodeType="after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2.72573E-6 L 0 -0.07918 " pathEditMode="relative" rAng="0" ptsTypes="AA">
                                      <p:cBhvr>
                                        <p:cTn id="5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9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6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100"/>
                            </p:stCondLst>
                            <p:childTnLst>
                              <p:par>
                                <p:cTn id="5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600"/>
                            </p:stCondLst>
                            <p:childTnLst>
                              <p:par>
                                <p:cTn id="62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6200"/>
                            </p:stCondLst>
                            <p:childTnLst>
                              <p:par>
                                <p:cTn id="7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6700"/>
                            </p:stCondLst>
                            <p:childTnLst>
                              <p:par>
                                <p:cTn id="75" presetID="42" presetClass="path" presetSubtype="0" decel="100000" fill="hold" grpId="1" nodeType="after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2.72573E-6 L 0 -0.15296 " pathEditMode="relative" rAng="0" ptsTypes="AA">
                                      <p:cBhvr>
                                        <p:cTn id="7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76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745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795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8450"/>
                            </p:stCondLst>
                            <p:childTnLst>
                              <p:par>
                                <p:cTn id="8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9050"/>
                            </p:stCondLst>
                            <p:childTnLst>
                              <p:par>
                                <p:cTn id="9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9550"/>
                            </p:stCondLst>
                            <p:childTnLst>
                              <p:par>
                                <p:cTn id="99" presetID="42" presetClass="path" presetSubtype="0" decel="100000" fill="hold" grpId="1" nodeType="after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2.72573E-6 L 0 -0.22843 " pathEditMode="relative" rAng="0" ptsTypes="AA">
                                      <p:cBhvr>
                                        <p:cTn id="10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14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030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0800"/>
                            </p:stCondLst>
                            <p:childTnLst>
                              <p:par>
                                <p:cTn id="10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1300"/>
                            </p:stCondLst>
                            <p:childTnLst>
                              <p:par>
                                <p:cTn id="11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1900"/>
                            </p:stCondLst>
                            <p:childTnLst>
                              <p:par>
                                <p:cTn id="11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2400"/>
                            </p:stCondLst>
                            <p:childTnLst>
                              <p:par>
                                <p:cTn id="123" presetID="42" presetClass="path" presetSubtype="0" decel="100000" fill="hold" grpId="1" nodeType="after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2.72573E-6 L 0 -0.30622 " pathEditMode="relative" rAng="0" ptsTypes="AA">
                                      <p:cBhvr>
                                        <p:cTn id="1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53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13150"/>
                            </p:stCondLst>
                            <p:childTnLst>
                              <p:par>
                                <p:cTn id="1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3650"/>
                            </p:stCondLst>
                            <p:childTnLst>
                              <p:par>
                                <p:cTn id="1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14150"/>
                            </p:stCondLst>
                            <p:childTnLst>
                              <p:par>
                                <p:cTn id="13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14750"/>
                            </p:stCondLst>
                            <p:childTnLst>
                              <p:par>
                                <p:cTn id="1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15250"/>
                            </p:stCondLst>
                            <p:childTnLst>
                              <p:par>
                                <p:cTn id="147" presetID="42" presetClass="path" presetSubtype="0" decel="100000" fill="hold" grpId="1" nodeType="after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2.72573E-6 L 0 -0.38201 " pathEditMode="relative" rAng="0" ptsTypes="AA">
                                      <p:cBhvr>
                                        <p:cTn id="1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1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16000"/>
                            </p:stCondLst>
                            <p:childTnLst>
                              <p:par>
                                <p:cTn id="1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16500"/>
                            </p:stCondLst>
                            <p:childTnLst>
                              <p:par>
                                <p:cTn id="15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17000"/>
                            </p:stCondLst>
                            <p:childTnLst>
                              <p:par>
                                <p:cTn id="158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17600"/>
                            </p:stCondLst>
                            <p:childTnLst>
                              <p:par>
                                <p:cTn id="16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2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animBg="1"/>
      <p:bldP spid="25" grpId="0">
        <p:tmplLst>
          <p:tmpl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animBg="1"/>
      <p:bldP spid="29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animBg="1"/>
      <p:bldP spid="38" grpId="0">
        <p:tmplLst>
          <p:tmpl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animBg="1"/>
      <p:bldP spid="44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6" grpId="0" animBg="1"/>
      <p:bldP spid="50" grpId="0">
        <p:tmplLst>
          <p:tmpl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2" grpId="0" animBg="1"/>
      <p:bldP spid="6" grpId="0" animBg="1"/>
      <p:bldP spid="53" grpId="0" animBg="1"/>
      <p:bldP spid="54" grpId="0" animBg="1"/>
      <p:bldP spid="55" grpId="0" animBg="1"/>
      <p:bldP spid="56" grpId="0" animBg="1"/>
      <p:bldP spid="57" grpId="0" animBg="1"/>
    </p:bldLst>
  </p:timing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Lay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円/楕円 4"/>
          <p:cNvSpPr/>
          <p:nvPr userDrawn="1"/>
        </p:nvSpPr>
        <p:spPr>
          <a:xfrm>
            <a:off x="5125080" y="3904376"/>
            <a:ext cx="1964805" cy="1967927"/>
          </a:xfrm>
          <a:prstGeom prst="rect">
            <a:avLst/>
          </a:prstGeom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  <a:scene3d>
            <a:camera prst="isometricTop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/>
              <a:t>Slide Title Goes Here</a:t>
            </a:r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4038600" y="6389527"/>
            <a:ext cx="4114800" cy="365125"/>
          </a:xfrm>
        </p:spPr>
        <p:txBody>
          <a:bodyPr/>
          <a:lstStyle/>
          <a:p>
            <a:r>
              <a:rPr lang="en-US"/>
              <a:t>The Power of PowerPoint | thepopp.com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図プレースホルダー 7"/>
          <p:cNvSpPr>
            <a:spLocks noGrp="1"/>
          </p:cNvSpPr>
          <p:nvPr>
            <p:ph type="pic" sz="quarter" idx="12" hasCustomPrompt="1"/>
          </p:nvPr>
        </p:nvSpPr>
        <p:spPr>
          <a:xfrm>
            <a:off x="5695950" y="4488227"/>
            <a:ext cx="800100" cy="800223"/>
          </a:xfrm>
          <a:scene3d>
            <a:camera prst="isometricTopUp"/>
            <a:lightRig rig="threePt" dir="t"/>
          </a:scene3d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Icon</a:t>
            </a:r>
            <a:endParaRPr kumimoji="1" lang="ja-JP" altLang="en-US"/>
          </a:p>
        </p:txBody>
      </p:sp>
      <p:sp>
        <p:nvSpPr>
          <p:cNvPr id="9" name="正方形/長方形 8"/>
          <p:cNvSpPr/>
          <p:nvPr userDrawn="1"/>
        </p:nvSpPr>
        <p:spPr>
          <a:xfrm>
            <a:off x="5847682" y="3953038"/>
            <a:ext cx="1279802" cy="1680160"/>
          </a:xfrm>
          <a:prstGeom prst="rect">
            <a:avLst/>
          </a:prstGeom>
          <a:solidFill>
            <a:schemeClr val="tx2">
              <a:alpha val="20000"/>
            </a:schemeClr>
          </a:solidFill>
          <a:ln>
            <a:noFill/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48" name="円/楕円 4"/>
          <p:cNvSpPr/>
          <p:nvPr userDrawn="1"/>
        </p:nvSpPr>
        <p:spPr>
          <a:xfrm>
            <a:off x="5125080" y="2845451"/>
            <a:ext cx="1964805" cy="1967927"/>
          </a:xfrm>
          <a:prstGeom prst="rect">
            <a:avLst/>
          </a:prstGeom>
          <a:solidFill>
            <a:schemeClr val="accent2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  <a:scene3d>
            <a:camera prst="isometricTop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49" name="図プレースホルダー 7"/>
          <p:cNvSpPr>
            <a:spLocks noGrp="1"/>
          </p:cNvSpPr>
          <p:nvPr>
            <p:ph type="pic" sz="quarter" idx="13" hasCustomPrompt="1"/>
          </p:nvPr>
        </p:nvSpPr>
        <p:spPr>
          <a:xfrm>
            <a:off x="5695950" y="3429303"/>
            <a:ext cx="800100" cy="800223"/>
          </a:xfrm>
          <a:scene3d>
            <a:camera prst="isometricTopUp"/>
            <a:lightRig rig="threePt" dir="t"/>
          </a:scene3d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Icon</a:t>
            </a:r>
            <a:endParaRPr kumimoji="1" lang="ja-JP" altLang="en-US"/>
          </a:p>
        </p:txBody>
      </p:sp>
      <p:sp>
        <p:nvSpPr>
          <p:cNvPr id="64" name="正方形/長方形 63"/>
          <p:cNvSpPr/>
          <p:nvPr userDrawn="1"/>
        </p:nvSpPr>
        <p:spPr>
          <a:xfrm>
            <a:off x="5837350" y="2903538"/>
            <a:ext cx="1279802" cy="1680160"/>
          </a:xfrm>
          <a:prstGeom prst="rect">
            <a:avLst/>
          </a:prstGeom>
          <a:solidFill>
            <a:schemeClr val="tx2">
              <a:alpha val="20000"/>
            </a:schemeClr>
          </a:solidFill>
          <a:ln>
            <a:noFill/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58" name="円/楕円 4"/>
          <p:cNvSpPr/>
          <p:nvPr userDrawn="1"/>
        </p:nvSpPr>
        <p:spPr>
          <a:xfrm>
            <a:off x="5113598" y="1745294"/>
            <a:ext cx="1964805" cy="1967927"/>
          </a:xfrm>
          <a:prstGeom prst="rect">
            <a:avLst/>
          </a:prstGeom>
          <a:solidFill>
            <a:schemeClr val="accent3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  <a:scene3d>
            <a:camera prst="isometricTop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62" name="図プレースホルダー 7"/>
          <p:cNvSpPr>
            <a:spLocks noGrp="1"/>
          </p:cNvSpPr>
          <p:nvPr>
            <p:ph type="pic" sz="quarter" idx="14" hasCustomPrompt="1"/>
          </p:nvPr>
        </p:nvSpPr>
        <p:spPr>
          <a:xfrm>
            <a:off x="5684467" y="2329146"/>
            <a:ext cx="800100" cy="800223"/>
          </a:xfrm>
          <a:scene3d>
            <a:camera prst="isometricTopUp"/>
            <a:lightRig rig="threePt" dir="t"/>
          </a:scene3d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Icon</a:t>
            </a:r>
            <a:endParaRPr kumimoji="1" lang="ja-JP" altLang="en-US"/>
          </a:p>
        </p:txBody>
      </p:sp>
      <p:sp>
        <p:nvSpPr>
          <p:cNvPr id="65" name="テキスト プレースホルダー 12"/>
          <p:cNvSpPr>
            <a:spLocks noGrp="1"/>
          </p:cNvSpPr>
          <p:nvPr>
            <p:ph type="body" sz="quarter" idx="16" hasCustomPrompt="1"/>
          </p:nvPr>
        </p:nvSpPr>
        <p:spPr>
          <a:xfrm>
            <a:off x="634958" y="4823867"/>
            <a:ext cx="3884804" cy="1199011"/>
          </a:xfrm>
        </p:spPr>
        <p:txBody>
          <a:bodyPr>
            <a:normAutofit/>
          </a:bodyPr>
          <a:lstStyle>
            <a:lvl1pPr algn="r">
              <a:spcBef>
                <a:spcPts val="0"/>
              </a:spcBef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67" name="テキスト プレースホルダー 12"/>
          <p:cNvSpPr>
            <a:spLocks noGrp="1"/>
          </p:cNvSpPr>
          <p:nvPr>
            <p:ph type="body" sz="quarter" idx="17" hasCustomPrompt="1"/>
          </p:nvPr>
        </p:nvSpPr>
        <p:spPr>
          <a:xfrm>
            <a:off x="634958" y="4164218"/>
            <a:ext cx="3884804" cy="498098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133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68" name="正方形/長方形 67"/>
          <p:cNvSpPr/>
          <p:nvPr userDrawn="1"/>
        </p:nvSpPr>
        <p:spPr>
          <a:xfrm>
            <a:off x="3214431" y="4674407"/>
            <a:ext cx="1218599" cy="480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 sz="1200"/>
          </a:p>
        </p:txBody>
      </p:sp>
      <p:sp>
        <p:nvSpPr>
          <p:cNvPr id="69" name="テキスト プレースホルダー 12"/>
          <p:cNvSpPr>
            <a:spLocks noGrp="1"/>
          </p:cNvSpPr>
          <p:nvPr>
            <p:ph type="body" sz="quarter" idx="23" hasCustomPrompt="1"/>
          </p:nvPr>
        </p:nvSpPr>
        <p:spPr>
          <a:xfrm>
            <a:off x="7695203" y="3614367"/>
            <a:ext cx="3884804" cy="1199011"/>
          </a:xfrm>
        </p:spPr>
        <p:txBody>
          <a:bodyPr>
            <a:normAutofit/>
          </a:bodyPr>
          <a:lstStyle>
            <a:lvl1pPr algn="l">
              <a:spcBef>
                <a:spcPts val="0"/>
              </a:spcBef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70" name="テキスト プレースホルダー 12"/>
          <p:cNvSpPr>
            <a:spLocks noGrp="1"/>
          </p:cNvSpPr>
          <p:nvPr>
            <p:ph type="body" sz="quarter" idx="24" hasCustomPrompt="1"/>
          </p:nvPr>
        </p:nvSpPr>
        <p:spPr>
          <a:xfrm>
            <a:off x="7695203" y="2954718"/>
            <a:ext cx="3884804" cy="498098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133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71" name="正方形/長方形 70"/>
          <p:cNvSpPr/>
          <p:nvPr userDrawn="1"/>
        </p:nvSpPr>
        <p:spPr>
          <a:xfrm>
            <a:off x="7766869" y="3464907"/>
            <a:ext cx="1218599" cy="480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 sz="1200"/>
          </a:p>
        </p:txBody>
      </p:sp>
      <p:sp>
        <p:nvSpPr>
          <p:cNvPr id="72" name="テキスト プレースホルダー 12"/>
          <p:cNvSpPr>
            <a:spLocks noGrp="1"/>
          </p:cNvSpPr>
          <p:nvPr>
            <p:ph type="body" sz="quarter" idx="25" hasCustomPrompt="1"/>
          </p:nvPr>
        </p:nvSpPr>
        <p:spPr>
          <a:xfrm>
            <a:off x="634958" y="2475642"/>
            <a:ext cx="3884804" cy="1199011"/>
          </a:xfrm>
        </p:spPr>
        <p:txBody>
          <a:bodyPr>
            <a:normAutofit/>
          </a:bodyPr>
          <a:lstStyle>
            <a:lvl1pPr algn="r">
              <a:spcBef>
                <a:spcPts val="0"/>
              </a:spcBef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73" name="テキスト プレースホルダー 12"/>
          <p:cNvSpPr>
            <a:spLocks noGrp="1"/>
          </p:cNvSpPr>
          <p:nvPr>
            <p:ph type="body" sz="quarter" idx="26" hasCustomPrompt="1"/>
          </p:nvPr>
        </p:nvSpPr>
        <p:spPr>
          <a:xfrm>
            <a:off x="634958" y="1815992"/>
            <a:ext cx="3884804" cy="498098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133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74" name="正方形/長方形 73"/>
          <p:cNvSpPr/>
          <p:nvPr userDrawn="1"/>
        </p:nvSpPr>
        <p:spPr>
          <a:xfrm>
            <a:off x="3214431" y="2326181"/>
            <a:ext cx="1218599" cy="4801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479067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50"/>
                            </p:stCondLst>
                            <p:childTnLst>
                              <p:par>
                                <p:cTn id="2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750"/>
                            </p:stCondLst>
                            <p:childTnLst>
                              <p:par>
                                <p:cTn id="27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750"/>
                            </p:stCondLst>
                            <p:childTnLst>
                              <p:par>
                                <p:cTn id="43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25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750"/>
                            </p:stCondLst>
                            <p:childTnLst>
                              <p:par>
                                <p:cTn id="56" presetID="2" presetClass="entr" presetSubtype="6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7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7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7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7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7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7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4750"/>
                            </p:stCondLst>
                            <p:childTnLst>
                              <p:par>
                                <p:cTn id="72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250"/>
                            </p:stCondLst>
                            <p:childTnLst>
                              <p:par>
                                <p:cTn id="8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8" grpId="0"/>
      <p:bldP spid="9" grpId="0" animBg="1"/>
      <p:bldP spid="9" grpId="1" animBg="1"/>
      <p:bldP spid="48" grpId="0" animBg="1"/>
      <p:bldP spid="49" grpId="0"/>
      <p:bldP spid="64" grpId="0" animBg="1"/>
      <p:bldP spid="64" grpId="1" animBg="1"/>
      <p:bldP spid="58" grpId="0" animBg="1"/>
      <p:bldP spid="62" grpId="0"/>
      <p:bldP spid="65" grpId="0">
        <p:tmplLst>
          <p:tmpl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6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7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8" grpId="0" animBg="1"/>
      <p:bldP spid="69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0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1" grpId="0" animBg="1"/>
      <p:bldP spid="72" grpId="0">
        <p:tmplLst>
          <p:tmpl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7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3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4" grpId="0" animBg="1"/>
    </p:bldLst>
  </p:timing>
  <p:extLst>
    <p:ext uri="{DCECCB84-F9BA-43D5-87BE-67443E8EF086}">
      <p15:sldGuideLst xmlns:p15="http://schemas.microsoft.com/office/powerpoint/2012/main">
        <p15:guide id="1" orient="horz" pos="3262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/>
              <a:t>Slide Title Goes Here</a:t>
            </a:r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円/楕円 4"/>
          <p:cNvSpPr/>
          <p:nvPr userDrawn="1"/>
        </p:nvSpPr>
        <p:spPr>
          <a:xfrm rot="5400000">
            <a:off x="4490841" y="2156845"/>
            <a:ext cx="1523071" cy="1525020"/>
          </a:xfrm>
          <a:prstGeom prst="snip1Rect">
            <a:avLst/>
          </a:prstGeom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21" name="テキスト プレースホルダー 12"/>
          <p:cNvSpPr>
            <a:spLocks noGrp="1"/>
          </p:cNvSpPr>
          <p:nvPr>
            <p:ph type="body" sz="quarter" idx="19" hasCustomPrompt="1"/>
          </p:nvPr>
        </p:nvSpPr>
        <p:spPr>
          <a:xfrm>
            <a:off x="4683927" y="2306472"/>
            <a:ext cx="1087120" cy="113668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4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A</a:t>
            </a:r>
            <a:endParaRPr kumimoji="1" lang="ja-JP" altLang="en-US"/>
          </a:p>
        </p:txBody>
      </p:sp>
      <p:sp>
        <p:nvSpPr>
          <p:cNvPr id="25" name="テキスト プレースホルダー 12"/>
          <p:cNvSpPr>
            <a:spLocks noGrp="1"/>
          </p:cNvSpPr>
          <p:nvPr>
            <p:ph type="body" sz="quarter" idx="16" hasCustomPrompt="1"/>
          </p:nvPr>
        </p:nvSpPr>
        <p:spPr>
          <a:xfrm>
            <a:off x="362360" y="2662406"/>
            <a:ext cx="3884804" cy="969330"/>
          </a:xfrm>
        </p:spPr>
        <p:txBody>
          <a:bodyPr>
            <a:normAutofit/>
          </a:bodyPr>
          <a:lstStyle>
            <a:lvl1pPr algn="r">
              <a:spcBef>
                <a:spcPts val="0"/>
              </a:spcBef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26" name="テキスト プレースホルダー 12"/>
          <p:cNvSpPr>
            <a:spLocks noGrp="1"/>
          </p:cNvSpPr>
          <p:nvPr>
            <p:ph type="body" sz="quarter" idx="17" hasCustomPrompt="1"/>
          </p:nvPr>
        </p:nvSpPr>
        <p:spPr>
          <a:xfrm>
            <a:off x="362360" y="2002756"/>
            <a:ext cx="3884804" cy="498098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133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27" name="正方形/長方形 26"/>
          <p:cNvSpPr/>
          <p:nvPr userDrawn="1"/>
        </p:nvSpPr>
        <p:spPr>
          <a:xfrm>
            <a:off x="2941833" y="2512946"/>
            <a:ext cx="1218599" cy="480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 sz="1200"/>
          </a:p>
        </p:txBody>
      </p:sp>
      <p:sp>
        <p:nvSpPr>
          <p:cNvPr id="32" name="テキスト プレースホルダー 12"/>
          <p:cNvSpPr>
            <a:spLocks noGrp="1"/>
          </p:cNvSpPr>
          <p:nvPr>
            <p:ph type="body" sz="quarter" idx="23" hasCustomPrompt="1"/>
          </p:nvPr>
        </p:nvSpPr>
        <p:spPr>
          <a:xfrm>
            <a:off x="7918213" y="2662406"/>
            <a:ext cx="3884804" cy="969330"/>
          </a:xfrm>
        </p:spPr>
        <p:txBody>
          <a:bodyPr>
            <a:normAutofit/>
          </a:bodyPr>
          <a:lstStyle>
            <a:lvl1pPr algn="l">
              <a:spcBef>
                <a:spcPts val="0"/>
              </a:spcBef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35" name="テキスト プレースホルダー 12"/>
          <p:cNvSpPr>
            <a:spLocks noGrp="1"/>
          </p:cNvSpPr>
          <p:nvPr>
            <p:ph type="body" sz="quarter" idx="24" hasCustomPrompt="1"/>
          </p:nvPr>
        </p:nvSpPr>
        <p:spPr>
          <a:xfrm>
            <a:off x="7918213" y="2002756"/>
            <a:ext cx="3884804" cy="498098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133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7989878" y="2512946"/>
            <a:ext cx="1218599" cy="480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 sz="1200"/>
          </a:p>
        </p:txBody>
      </p:sp>
      <p:sp>
        <p:nvSpPr>
          <p:cNvPr id="42" name="テキスト プレースホルダー 12"/>
          <p:cNvSpPr>
            <a:spLocks noGrp="1"/>
          </p:cNvSpPr>
          <p:nvPr>
            <p:ph type="body" sz="quarter" idx="25" hasCustomPrompt="1"/>
          </p:nvPr>
        </p:nvSpPr>
        <p:spPr>
          <a:xfrm>
            <a:off x="357868" y="4503196"/>
            <a:ext cx="3884804" cy="969330"/>
          </a:xfrm>
        </p:spPr>
        <p:txBody>
          <a:bodyPr>
            <a:normAutofit/>
          </a:bodyPr>
          <a:lstStyle>
            <a:lvl1pPr algn="r">
              <a:spcBef>
                <a:spcPts val="0"/>
              </a:spcBef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43" name="テキスト プレースホルダー 12"/>
          <p:cNvSpPr>
            <a:spLocks noGrp="1"/>
          </p:cNvSpPr>
          <p:nvPr>
            <p:ph type="body" sz="quarter" idx="26" hasCustomPrompt="1"/>
          </p:nvPr>
        </p:nvSpPr>
        <p:spPr>
          <a:xfrm>
            <a:off x="357868" y="3843547"/>
            <a:ext cx="3884804" cy="498098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133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44" name="正方形/長方形 43"/>
          <p:cNvSpPr/>
          <p:nvPr userDrawn="1"/>
        </p:nvSpPr>
        <p:spPr>
          <a:xfrm>
            <a:off x="2937341" y="4353736"/>
            <a:ext cx="1218599" cy="4801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 sz="1200"/>
          </a:p>
        </p:txBody>
      </p:sp>
      <p:sp>
        <p:nvSpPr>
          <p:cNvPr id="45" name="テキスト プレースホルダー 12"/>
          <p:cNvSpPr>
            <a:spLocks noGrp="1"/>
          </p:cNvSpPr>
          <p:nvPr>
            <p:ph type="body" sz="quarter" idx="27" hasCustomPrompt="1"/>
          </p:nvPr>
        </p:nvSpPr>
        <p:spPr>
          <a:xfrm>
            <a:off x="7918213" y="4503196"/>
            <a:ext cx="3884804" cy="969330"/>
          </a:xfrm>
        </p:spPr>
        <p:txBody>
          <a:bodyPr>
            <a:normAutofit/>
          </a:bodyPr>
          <a:lstStyle>
            <a:lvl1pPr algn="l">
              <a:spcBef>
                <a:spcPts val="0"/>
              </a:spcBef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46" name="テキスト プレースホルダー 12"/>
          <p:cNvSpPr>
            <a:spLocks noGrp="1"/>
          </p:cNvSpPr>
          <p:nvPr>
            <p:ph type="body" sz="quarter" idx="28" hasCustomPrompt="1"/>
          </p:nvPr>
        </p:nvSpPr>
        <p:spPr>
          <a:xfrm>
            <a:off x="7918213" y="3843547"/>
            <a:ext cx="3884804" cy="498098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133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47" name="正方形/長方形 46"/>
          <p:cNvSpPr/>
          <p:nvPr userDrawn="1"/>
        </p:nvSpPr>
        <p:spPr>
          <a:xfrm>
            <a:off x="7989878" y="4353736"/>
            <a:ext cx="1218599" cy="480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 sz="1200"/>
          </a:p>
        </p:txBody>
      </p:sp>
      <p:sp>
        <p:nvSpPr>
          <p:cNvPr id="17" name="円/楕円 4"/>
          <p:cNvSpPr/>
          <p:nvPr userDrawn="1"/>
        </p:nvSpPr>
        <p:spPr>
          <a:xfrm rot="10800000">
            <a:off x="6178611" y="2155635"/>
            <a:ext cx="1522836" cy="1525255"/>
          </a:xfrm>
          <a:prstGeom prst="snip1Rect">
            <a:avLst/>
          </a:prstGeom>
          <a:solidFill>
            <a:schemeClr val="accent2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22" name="テキスト プレースホルダー 12"/>
          <p:cNvSpPr>
            <a:spLocks noGrp="1"/>
          </p:cNvSpPr>
          <p:nvPr>
            <p:ph type="body" sz="quarter" idx="20" hasCustomPrompt="1"/>
          </p:nvPr>
        </p:nvSpPr>
        <p:spPr>
          <a:xfrm>
            <a:off x="6395377" y="2306472"/>
            <a:ext cx="1087120" cy="113668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4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A</a:t>
            </a:r>
            <a:endParaRPr kumimoji="1" lang="ja-JP" altLang="en-US"/>
          </a:p>
        </p:txBody>
      </p:sp>
      <p:sp>
        <p:nvSpPr>
          <p:cNvPr id="19" name="円/楕円 4"/>
          <p:cNvSpPr/>
          <p:nvPr userDrawn="1"/>
        </p:nvSpPr>
        <p:spPr>
          <a:xfrm>
            <a:off x="4490959" y="3843548"/>
            <a:ext cx="1522836" cy="1525255"/>
          </a:xfrm>
          <a:prstGeom prst="snip1Rect">
            <a:avLst/>
          </a:prstGeom>
          <a:solidFill>
            <a:schemeClr val="accent3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23" name="テキスト プレースホルダー 12"/>
          <p:cNvSpPr>
            <a:spLocks noGrp="1"/>
          </p:cNvSpPr>
          <p:nvPr>
            <p:ph type="body" sz="quarter" idx="21" hasCustomPrompt="1"/>
          </p:nvPr>
        </p:nvSpPr>
        <p:spPr>
          <a:xfrm>
            <a:off x="4683927" y="3980818"/>
            <a:ext cx="1087120" cy="113668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4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A</a:t>
            </a:r>
            <a:endParaRPr kumimoji="1" lang="ja-JP" altLang="en-US"/>
          </a:p>
        </p:txBody>
      </p:sp>
      <p:sp>
        <p:nvSpPr>
          <p:cNvPr id="20" name="円/楕円 4"/>
          <p:cNvSpPr/>
          <p:nvPr userDrawn="1"/>
        </p:nvSpPr>
        <p:spPr>
          <a:xfrm rot="16200000">
            <a:off x="6177401" y="3842573"/>
            <a:ext cx="1523071" cy="1525020"/>
          </a:xfrm>
          <a:prstGeom prst="snip1Rect">
            <a:avLst/>
          </a:prstGeom>
          <a:solidFill>
            <a:schemeClr val="accent5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24" name="テキスト プレースホルダー 12"/>
          <p:cNvSpPr>
            <a:spLocks noGrp="1"/>
          </p:cNvSpPr>
          <p:nvPr>
            <p:ph type="body" sz="quarter" idx="22" hasCustomPrompt="1"/>
          </p:nvPr>
        </p:nvSpPr>
        <p:spPr>
          <a:xfrm>
            <a:off x="6395377" y="3980818"/>
            <a:ext cx="1087120" cy="113668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4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A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4685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9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9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1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9" presetClass="entr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9" presetClass="entr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3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3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" presetClass="entr" presetSubtype="9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9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9" presetClass="entr" presetSubtype="0" decel="10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49" presetClass="entr" presetSubtype="0" decel="10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250"/>
                            </p:stCondLst>
                            <p:childTnLst>
                              <p:par>
                                <p:cTn id="86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2000"/>
                            </p:stCondLst>
                            <p:childTnLst>
                              <p:par>
                                <p:cTn id="9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2500"/>
                            </p:stCondLst>
                            <p:childTnLst>
                              <p:par>
                                <p:cTn id="99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3250"/>
                            </p:stCondLst>
                            <p:childTnLst>
                              <p:par>
                                <p:cTn id="10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3750"/>
                            </p:stCondLst>
                            <p:childTnLst>
                              <p:par>
                                <p:cTn id="112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4500"/>
                            </p:stCondLst>
                            <p:childTnLst>
                              <p:par>
                                <p:cTn id="12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000"/>
                            </p:stCondLst>
                            <p:childTnLst>
                              <p:par>
                                <p:cTn id="125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5750"/>
                            </p:stCondLst>
                            <p:childTnLst>
                              <p:par>
                                <p:cTn id="1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21" grpId="0" build="p">
        <p:tmplLst>
          <p:tmpl lvl="1">
            <p:tnLst>
              <p:par>
                <p:cTn presetID="2" presetClass="entr" presetSubtype="6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1" build="p">
        <p:tmplLst>
          <p:tmpl lvl="1">
            <p:tnLst>
              <p:par>
                <p:cTn presetID="49" presetClass="entr" presetSubtype="0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1"/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36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>
        <p:tmplLst>
          <p:tmpl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animBg="1"/>
      <p:bldP spid="32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animBg="1"/>
      <p:bldP spid="42" grpId="0">
        <p:tmplLst>
          <p:tmpl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4" grpId="0" animBg="1"/>
      <p:bldP spid="45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7" grpId="0" animBg="1"/>
      <p:bldP spid="17" grpId="0" animBg="1"/>
      <p:bldP spid="17" grpId="1" animBg="1"/>
      <p:bldP spid="22" grpId="0" build="p">
        <p:tmplLst>
          <p:tmpl lvl="1">
            <p:tnLst>
              <p:par>
                <p:cTn presetID="2" presetClass="entr" presetSubtype="1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1" build="p">
        <p:tmplLst>
          <p:tmpl lvl="1">
            <p:tnLst>
              <p:par>
                <p:cTn presetID="49" presetClass="entr" presetSubtype="0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2"/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36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animBg="1"/>
      <p:bldP spid="19" grpId="1" animBg="1"/>
      <p:bldP spid="23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1" build="p">
        <p:tmplLst>
          <p:tmpl lvl="1">
            <p:tnLst>
              <p:par>
                <p:cTn presetID="49" presetClass="entr" presetSubtype="0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3"/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36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animBg="1"/>
      <p:bldP spid="20" grpId="1" animBg="1"/>
      <p:bldP spid="24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1" build="p">
        <p:tmplLst>
          <p:tmpl lvl="1">
            <p:tnLst>
              <p:par>
                <p:cTn presetID="49" presetClass="entr" presetSubtype="0" decel="10000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4"/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36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ie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/>
              <a:t>Slide Title Goes Here</a:t>
            </a:r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2" name="フリーフォーム 51"/>
          <p:cNvSpPr/>
          <p:nvPr userDrawn="1"/>
        </p:nvSpPr>
        <p:spPr>
          <a:xfrm>
            <a:off x="6111716" y="1828030"/>
            <a:ext cx="1824567" cy="2113803"/>
          </a:xfrm>
          <a:custGeom>
            <a:avLst/>
            <a:gdLst>
              <a:gd name="connsiteX0" fmla="*/ 1191 w 2736850"/>
              <a:gd name="connsiteY0" fmla="*/ 0 h 3170216"/>
              <a:gd name="connsiteX1" fmla="*/ 2736850 w 2736850"/>
              <a:gd name="connsiteY1" fmla="*/ 2743190 h 3170216"/>
              <a:gd name="connsiteX2" fmla="*/ 2180317 w 2736850"/>
              <a:gd name="connsiteY2" fmla="*/ 2743190 h 3170216"/>
              <a:gd name="connsiteX3" fmla="*/ 2180328 w 2736850"/>
              <a:gd name="connsiteY3" fmla="*/ 2743595 h 3170216"/>
              <a:gd name="connsiteX4" fmla="*/ 2226953 w 2736850"/>
              <a:gd name="connsiteY4" fmla="*/ 2849230 h 3170216"/>
              <a:gd name="connsiteX5" fmla="*/ 2259495 w 2736850"/>
              <a:gd name="connsiteY5" fmla="*/ 2880063 h 3170216"/>
              <a:gd name="connsiteX6" fmla="*/ 2267249 w 2736850"/>
              <a:gd name="connsiteY6" fmla="*/ 2886304 h 3170216"/>
              <a:gd name="connsiteX7" fmla="*/ 2314085 w 2736850"/>
              <a:gd name="connsiteY7" fmla="*/ 2988117 h 3170216"/>
              <a:gd name="connsiteX8" fmla="*/ 2039845 w 2736850"/>
              <a:gd name="connsiteY8" fmla="*/ 3170216 h 3170216"/>
              <a:gd name="connsiteX9" fmla="*/ 1765605 w 2736850"/>
              <a:gd name="connsiteY9" fmla="*/ 2988117 h 3170216"/>
              <a:gd name="connsiteX10" fmla="*/ 1812441 w 2736850"/>
              <a:gd name="connsiteY10" fmla="*/ 2886304 h 3170216"/>
              <a:gd name="connsiteX11" fmla="*/ 1821026 w 2736850"/>
              <a:gd name="connsiteY11" fmla="*/ 2879394 h 3170216"/>
              <a:gd name="connsiteX12" fmla="*/ 1872511 w 2736850"/>
              <a:gd name="connsiteY12" fmla="*/ 2821923 h 3170216"/>
              <a:gd name="connsiteX13" fmla="*/ 1900956 w 2736850"/>
              <a:gd name="connsiteY13" fmla="*/ 2774623 h 3170216"/>
              <a:gd name="connsiteX14" fmla="*/ 1908065 w 2736850"/>
              <a:gd name="connsiteY14" fmla="*/ 2743190 h 3170216"/>
              <a:gd name="connsiteX15" fmla="*/ 1365250 w 2736850"/>
              <a:gd name="connsiteY15" fmla="*/ 2743190 h 3170216"/>
              <a:gd name="connsiteX16" fmla="*/ 137373 w 2736850"/>
              <a:gd name="connsiteY16" fmla="*/ 1379035 h 3170216"/>
              <a:gd name="connsiteX17" fmla="*/ 0 w 2736850"/>
              <a:gd name="connsiteY17" fmla="*/ 1371732 h 3170216"/>
              <a:gd name="connsiteX18" fmla="*/ 0 w 2736850"/>
              <a:gd name="connsiteY18" fmla="*/ 834108 h 3170216"/>
              <a:gd name="connsiteX19" fmla="*/ 7859 w 2736850"/>
              <a:gd name="connsiteY19" fmla="*/ 835885 h 3170216"/>
              <a:gd name="connsiteX20" fmla="*/ 55160 w 2736850"/>
              <a:gd name="connsiteY20" fmla="*/ 864331 h 3170216"/>
              <a:gd name="connsiteX21" fmla="*/ 112630 w 2736850"/>
              <a:gd name="connsiteY21" fmla="*/ 915816 h 3170216"/>
              <a:gd name="connsiteX22" fmla="*/ 119540 w 2736850"/>
              <a:gd name="connsiteY22" fmla="*/ 924401 h 3170216"/>
              <a:gd name="connsiteX23" fmla="*/ 221354 w 2736850"/>
              <a:gd name="connsiteY23" fmla="*/ 971237 h 3170216"/>
              <a:gd name="connsiteX24" fmla="*/ 403452 w 2736850"/>
              <a:gd name="connsiteY24" fmla="*/ 696997 h 3170216"/>
              <a:gd name="connsiteX25" fmla="*/ 221354 w 2736850"/>
              <a:gd name="connsiteY25" fmla="*/ 422757 h 3170216"/>
              <a:gd name="connsiteX26" fmla="*/ 119540 w 2736850"/>
              <a:gd name="connsiteY26" fmla="*/ 469593 h 3170216"/>
              <a:gd name="connsiteX27" fmla="*/ 113300 w 2736850"/>
              <a:gd name="connsiteY27" fmla="*/ 477347 h 3170216"/>
              <a:gd name="connsiteX28" fmla="*/ 82466 w 2736850"/>
              <a:gd name="connsiteY28" fmla="*/ 509889 h 3170216"/>
              <a:gd name="connsiteX29" fmla="*/ 12560 w 2736850"/>
              <a:gd name="connsiteY29" fmla="*/ 548811 h 3170216"/>
              <a:gd name="connsiteX30" fmla="*/ 0 w 2736850"/>
              <a:gd name="connsiteY30" fmla="*/ 551519 h 3170216"/>
              <a:gd name="connsiteX31" fmla="*/ 0 w 2736850"/>
              <a:gd name="connsiteY31" fmla="*/ 433336 h 3170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2736850" h="3170216">
                <a:moveTo>
                  <a:pt x="1191" y="0"/>
                </a:moveTo>
                <a:cubicBezTo>
                  <a:pt x="1513269" y="4157"/>
                  <a:pt x="2736850" y="1231106"/>
                  <a:pt x="2736850" y="2743190"/>
                </a:cubicBezTo>
                <a:lnTo>
                  <a:pt x="2180317" y="2743190"/>
                </a:lnTo>
                <a:lnTo>
                  <a:pt x="2180328" y="2743595"/>
                </a:lnTo>
                <a:cubicBezTo>
                  <a:pt x="2184532" y="2779054"/>
                  <a:pt x="2198811" y="2815854"/>
                  <a:pt x="2226953" y="2849230"/>
                </a:cubicBezTo>
                <a:lnTo>
                  <a:pt x="2259495" y="2880063"/>
                </a:lnTo>
                <a:lnTo>
                  <a:pt x="2267249" y="2886304"/>
                </a:lnTo>
                <a:cubicBezTo>
                  <a:pt x="2296819" y="2915367"/>
                  <a:pt x="2314085" y="2950403"/>
                  <a:pt x="2314085" y="2988117"/>
                </a:cubicBezTo>
                <a:cubicBezTo>
                  <a:pt x="2314085" y="3088688"/>
                  <a:pt x="2191304" y="3170216"/>
                  <a:pt x="2039845" y="3170216"/>
                </a:cubicBezTo>
                <a:cubicBezTo>
                  <a:pt x="1888386" y="3170216"/>
                  <a:pt x="1765605" y="3088688"/>
                  <a:pt x="1765605" y="2988117"/>
                </a:cubicBezTo>
                <a:cubicBezTo>
                  <a:pt x="1765605" y="2950403"/>
                  <a:pt x="1782871" y="2915367"/>
                  <a:pt x="1812441" y="2886304"/>
                </a:cubicBezTo>
                <a:lnTo>
                  <a:pt x="1821026" y="2879394"/>
                </a:lnTo>
                <a:lnTo>
                  <a:pt x="1872511" y="2821923"/>
                </a:lnTo>
                <a:cubicBezTo>
                  <a:pt x="1884433" y="2806236"/>
                  <a:pt x="1894117" y="2790680"/>
                  <a:pt x="1900956" y="2774623"/>
                </a:cubicBezTo>
                <a:lnTo>
                  <a:pt x="1908065" y="2743190"/>
                </a:lnTo>
                <a:lnTo>
                  <a:pt x="1365250" y="2743190"/>
                </a:lnTo>
                <a:cubicBezTo>
                  <a:pt x="1365250" y="2034401"/>
                  <a:pt x="827543" y="1450914"/>
                  <a:pt x="137373" y="1379035"/>
                </a:cubicBezTo>
                <a:lnTo>
                  <a:pt x="0" y="1371732"/>
                </a:lnTo>
                <a:lnTo>
                  <a:pt x="0" y="834108"/>
                </a:lnTo>
                <a:lnTo>
                  <a:pt x="7859" y="835885"/>
                </a:lnTo>
                <a:cubicBezTo>
                  <a:pt x="23916" y="842725"/>
                  <a:pt x="39473" y="852409"/>
                  <a:pt x="55160" y="864331"/>
                </a:cubicBezTo>
                <a:lnTo>
                  <a:pt x="112630" y="915816"/>
                </a:lnTo>
                <a:lnTo>
                  <a:pt x="119540" y="924401"/>
                </a:lnTo>
                <a:cubicBezTo>
                  <a:pt x="148604" y="953971"/>
                  <a:pt x="183640" y="971237"/>
                  <a:pt x="221354" y="971237"/>
                </a:cubicBezTo>
                <a:cubicBezTo>
                  <a:pt x="321924" y="971237"/>
                  <a:pt x="403452" y="848456"/>
                  <a:pt x="403452" y="696997"/>
                </a:cubicBezTo>
                <a:cubicBezTo>
                  <a:pt x="403452" y="545538"/>
                  <a:pt x="321924" y="422757"/>
                  <a:pt x="221354" y="422757"/>
                </a:cubicBezTo>
                <a:cubicBezTo>
                  <a:pt x="183640" y="422757"/>
                  <a:pt x="148604" y="440023"/>
                  <a:pt x="119540" y="469593"/>
                </a:cubicBezTo>
                <a:lnTo>
                  <a:pt x="113300" y="477347"/>
                </a:lnTo>
                <a:lnTo>
                  <a:pt x="82466" y="509889"/>
                </a:lnTo>
                <a:cubicBezTo>
                  <a:pt x="60215" y="528650"/>
                  <a:pt x="36443" y="541250"/>
                  <a:pt x="12560" y="548811"/>
                </a:cubicBezTo>
                <a:lnTo>
                  <a:pt x="0" y="551519"/>
                </a:lnTo>
                <a:lnTo>
                  <a:pt x="0" y="433336"/>
                </a:lnTo>
                <a:close/>
              </a:path>
            </a:pathLst>
          </a:custGeom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53" name="フリーフォーム 52"/>
          <p:cNvSpPr/>
          <p:nvPr userDrawn="1"/>
        </p:nvSpPr>
        <p:spPr>
          <a:xfrm rot="5400000">
            <a:off x="5967120" y="3512792"/>
            <a:ext cx="1824848" cy="2113477"/>
          </a:xfrm>
          <a:custGeom>
            <a:avLst/>
            <a:gdLst>
              <a:gd name="connsiteX0" fmla="*/ 1191 w 2736850"/>
              <a:gd name="connsiteY0" fmla="*/ 0 h 3170216"/>
              <a:gd name="connsiteX1" fmla="*/ 2736850 w 2736850"/>
              <a:gd name="connsiteY1" fmla="*/ 2743190 h 3170216"/>
              <a:gd name="connsiteX2" fmla="*/ 2180317 w 2736850"/>
              <a:gd name="connsiteY2" fmla="*/ 2743190 h 3170216"/>
              <a:gd name="connsiteX3" fmla="*/ 2180328 w 2736850"/>
              <a:gd name="connsiteY3" fmla="*/ 2743595 h 3170216"/>
              <a:gd name="connsiteX4" fmla="*/ 2226953 w 2736850"/>
              <a:gd name="connsiteY4" fmla="*/ 2849230 h 3170216"/>
              <a:gd name="connsiteX5" fmla="*/ 2259495 w 2736850"/>
              <a:gd name="connsiteY5" fmla="*/ 2880063 h 3170216"/>
              <a:gd name="connsiteX6" fmla="*/ 2267249 w 2736850"/>
              <a:gd name="connsiteY6" fmla="*/ 2886304 h 3170216"/>
              <a:gd name="connsiteX7" fmla="*/ 2314085 w 2736850"/>
              <a:gd name="connsiteY7" fmla="*/ 2988117 h 3170216"/>
              <a:gd name="connsiteX8" fmla="*/ 2039845 w 2736850"/>
              <a:gd name="connsiteY8" fmla="*/ 3170216 h 3170216"/>
              <a:gd name="connsiteX9" fmla="*/ 1765605 w 2736850"/>
              <a:gd name="connsiteY9" fmla="*/ 2988117 h 3170216"/>
              <a:gd name="connsiteX10" fmla="*/ 1812441 w 2736850"/>
              <a:gd name="connsiteY10" fmla="*/ 2886304 h 3170216"/>
              <a:gd name="connsiteX11" fmla="*/ 1821026 w 2736850"/>
              <a:gd name="connsiteY11" fmla="*/ 2879394 h 3170216"/>
              <a:gd name="connsiteX12" fmla="*/ 1872511 w 2736850"/>
              <a:gd name="connsiteY12" fmla="*/ 2821923 h 3170216"/>
              <a:gd name="connsiteX13" fmla="*/ 1900956 w 2736850"/>
              <a:gd name="connsiteY13" fmla="*/ 2774623 h 3170216"/>
              <a:gd name="connsiteX14" fmla="*/ 1908065 w 2736850"/>
              <a:gd name="connsiteY14" fmla="*/ 2743190 h 3170216"/>
              <a:gd name="connsiteX15" fmla="*/ 1365250 w 2736850"/>
              <a:gd name="connsiteY15" fmla="*/ 2743190 h 3170216"/>
              <a:gd name="connsiteX16" fmla="*/ 137373 w 2736850"/>
              <a:gd name="connsiteY16" fmla="*/ 1379035 h 3170216"/>
              <a:gd name="connsiteX17" fmla="*/ 0 w 2736850"/>
              <a:gd name="connsiteY17" fmla="*/ 1371732 h 3170216"/>
              <a:gd name="connsiteX18" fmla="*/ 0 w 2736850"/>
              <a:gd name="connsiteY18" fmla="*/ 834108 h 3170216"/>
              <a:gd name="connsiteX19" fmla="*/ 7859 w 2736850"/>
              <a:gd name="connsiteY19" fmla="*/ 835885 h 3170216"/>
              <a:gd name="connsiteX20" fmla="*/ 55160 w 2736850"/>
              <a:gd name="connsiteY20" fmla="*/ 864331 h 3170216"/>
              <a:gd name="connsiteX21" fmla="*/ 112630 w 2736850"/>
              <a:gd name="connsiteY21" fmla="*/ 915816 h 3170216"/>
              <a:gd name="connsiteX22" fmla="*/ 119540 w 2736850"/>
              <a:gd name="connsiteY22" fmla="*/ 924401 h 3170216"/>
              <a:gd name="connsiteX23" fmla="*/ 221354 w 2736850"/>
              <a:gd name="connsiteY23" fmla="*/ 971237 h 3170216"/>
              <a:gd name="connsiteX24" fmla="*/ 403452 w 2736850"/>
              <a:gd name="connsiteY24" fmla="*/ 696997 h 3170216"/>
              <a:gd name="connsiteX25" fmla="*/ 221354 w 2736850"/>
              <a:gd name="connsiteY25" fmla="*/ 422757 h 3170216"/>
              <a:gd name="connsiteX26" fmla="*/ 119540 w 2736850"/>
              <a:gd name="connsiteY26" fmla="*/ 469593 h 3170216"/>
              <a:gd name="connsiteX27" fmla="*/ 113300 w 2736850"/>
              <a:gd name="connsiteY27" fmla="*/ 477347 h 3170216"/>
              <a:gd name="connsiteX28" fmla="*/ 82466 w 2736850"/>
              <a:gd name="connsiteY28" fmla="*/ 509889 h 3170216"/>
              <a:gd name="connsiteX29" fmla="*/ 12560 w 2736850"/>
              <a:gd name="connsiteY29" fmla="*/ 548811 h 3170216"/>
              <a:gd name="connsiteX30" fmla="*/ 0 w 2736850"/>
              <a:gd name="connsiteY30" fmla="*/ 551519 h 3170216"/>
              <a:gd name="connsiteX31" fmla="*/ 0 w 2736850"/>
              <a:gd name="connsiteY31" fmla="*/ 433336 h 3170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2736850" h="3170216">
                <a:moveTo>
                  <a:pt x="1191" y="0"/>
                </a:moveTo>
                <a:cubicBezTo>
                  <a:pt x="1513269" y="4157"/>
                  <a:pt x="2736850" y="1231106"/>
                  <a:pt x="2736850" y="2743190"/>
                </a:cubicBezTo>
                <a:lnTo>
                  <a:pt x="2180317" y="2743190"/>
                </a:lnTo>
                <a:lnTo>
                  <a:pt x="2180328" y="2743595"/>
                </a:lnTo>
                <a:cubicBezTo>
                  <a:pt x="2184532" y="2779054"/>
                  <a:pt x="2198811" y="2815854"/>
                  <a:pt x="2226953" y="2849230"/>
                </a:cubicBezTo>
                <a:lnTo>
                  <a:pt x="2259495" y="2880063"/>
                </a:lnTo>
                <a:lnTo>
                  <a:pt x="2267249" y="2886304"/>
                </a:lnTo>
                <a:cubicBezTo>
                  <a:pt x="2296819" y="2915367"/>
                  <a:pt x="2314085" y="2950403"/>
                  <a:pt x="2314085" y="2988117"/>
                </a:cubicBezTo>
                <a:cubicBezTo>
                  <a:pt x="2314085" y="3088688"/>
                  <a:pt x="2191304" y="3170216"/>
                  <a:pt x="2039845" y="3170216"/>
                </a:cubicBezTo>
                <a:cubicBezTo>
                  <a:pt x="1888386" y="3170216"/>
                  <a:pt x="1765605" y="3088688"/>
                  <a:pt x="1765605" y="2988117"/>
                </a:cubicBezTo>
                <a:cubicBezTo>
                  <a:pt x="1765605" y="2950403"/>
                  <a:pt x="1782871" y="2915367"/>
                  <a:pt x="1812441" y="2886304"/>
                </a:cubicBezTo>
                <a:lnTo>
                  <a:pt x="1821026" y="2879394"/>
                </a:lnTo>
                <a:lnTo>
                  <a:pt x="1872511" y="2821923"/>
                </a:lnTo>
                <a:cubicBezTo>
                  <a:pt x="1884433" y="2806236"/>
                  <a:pt x="1894117" y="2790680"/>
                  <a:pt x="1900956" y="2774623"/>
                </a:cubicBezTo>
                <a:lnTo>
                  <a:pt x="1908065" y="2743190"/>
                </a:lnTo>
                <a:lnTo>
                  <a:pt x="1365250" y="2743190"/>
                </a:lnTo>
                <a:cubicBezTo>
                  <a:pt x="1365250" y="2034401"/>
                  <a:pt x="827543" y="1450914"/>
                  <a:pt x="137373" y="1379035"/>
                </a:cubicBezTo>
                <a:lnTo>
                  <a:pt x="0" y="1371732"/>
                </a:lnTo>
                <a:lnTo>
                  <a:pt x="0" y="834108"/>
                </a:lnTo>
                <a:lnTo>
                  <a:pt x="7859" y="835885"/>
                </a:lnTo>
                <a:cubicBezTo>
                  <a:pt x="23916" y="842725"/>
                  <a:pt x="39473" y="852409"/>
                  <a:pt x="55160" y="864331"/>
                </a:cubicBezTo>
                <a:lnTo>
                  <a:pt x="112630" y="915816"/>
                </a:lnTo>
                <a:lnTo>
                  <a:pt x="119540" y="924401"/>
                </a:lnTo>
                <a:cubicBezTo>
                  <a:pt x="148604" y="953971"/>
                  <a:pt x="183640" y="971237"/>
                  <a:pt x="221354" y="971237"/>
                </a:cubicBezTo>
                <a:cubicBezTo>
                  <a:pt x="321924" y="971237"/>
                  <a:pt x="403452" y="848456"/>
                  <a:pt x="403452" y="696997"/>
                </a:cubicBezTo>
                <a:cubicBezTo>
                  <a:pt x="403452" y="545538"/>
                  <a:pt x="321924" y="422757"/>
                  <a:pt x="221354" y="422757"/>
                </a:cubicBezTo>
                <a:cubicBezTo>
                  <a:pt x="183640" y="422757"/>
                  <a:pt x="148604" y="440023"/>
                  <a:pt x="119540" y="469593"/>
                </a:cubicBezTo>
                <a:lnTo>
                  <a:pt x="113300" y="477347"/>
                </a:lnTo>
                <a:lnTo>
                  <a:pt x="82466" y="509889"/>
                </a:lnTo>
                <a:cubicBezTo>
                  <a:pt x="60215" y="528650"/>
                  <a:pt x="36443" y="541250"/>
                  <a:pt x="12560" y="548811"/>
                </a:cubicBezTo>
                <a:lnTo>
                  <a:pt x="0" y="551519"/>
                </a:lnTo>
                <a:lnTo>
                  <a:pt x="0" y="433336"/>
                </a:lnTo>
                <a:close/>
              </a:path>
            </a:pathLst>
          </a:cu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54" name="フリーフォーム 53"/>
          <p:cNvSpPr/>
          <p:nvPr userDrawn="1"/>
        </p:nvSpPr>
        <p:spPr>
          <a:xfrm rot="10800000">
            <a:off x="4287149" y="3368151"/>
            <a:ext cx="1824567" cy="2113803"/>
          </a:xfrm>
          <a:custGeom>
            <a:avLst/>
            <a:gdLst>
              <a:gd name="connsiteX0" fmla="*/ 1191 w 2736850"/>
              <a:gd name="connsiteY0" fmla="*/ 0 h 3170216"/>
              <a:gd name="connsiteX1" fmla="*/ 2736850 w 2736850"/>
              <a:gd name="connsiteY1" fmla="*/ 2743190 h 3170216"/>
              <a:gd name="connsiteX2" fmla="*/ 2180317 w 2736850"/>
              <a:gd name="connsiteY2" fmla="*/ 2743190 h 3170216"/>
              <a:gd name="connsiteX3" fmla="*/ 2180328 w 2736850"/>
              <a:gd name="connsiteY3" fmla="*/ 2743595 h 3170216"/>
              <a:gd name="connsiteX4" fmla="*/ 2226953 w 2736850"/>
              <a:gd name="connsiteY4" fmla="*/ 2849230 h 3170216"/>
              <a:gd name="connsiteX5" fmla="*/ 2259495 w 2736850"/>
              <a:gd name="connsiteY5" fmla="*/ 2880063 h 3170216"/>
              <a:gd name="connsiteX6" fmla="*/ 2267249 w 2736850"/>
              <a:gd name="connsiteY6" fmla="*/ 2886304 h 3170216"/>
              <a:gd name="connsiteX7" fmla="*/ 2314085 w 2736850"/>
              <a:gd name="connsiteY7" fmla="*/ 2988117 h 3170216"/>
              <a:gd name="connsiteX8" fmla="*/ 2039845 w 2736850"/>
              <a:gd name="connsiteY8" fmla="*/ 3170216 h 3170216"/>
              <a:gd name="connsiteX9" fmla="*/ 1765605 w 2736850"/>
              <a:gd name="connsiteY9" fmla="*/ 2988117 h 3170216"/>
              <a:gd name="connsiteX10" fmla="*/ 1812441 w 2736850"/>
              <a:gd name="connsiteY10" fmla="*/ 2886304 h 3170216"/>
              <a:gd name="connsiteX11" fmla="*/ 1821026 w 2736850"/>
              <a:gd name="connsiteY11" fmla="*/ 2879394 h 3170216"/>
              <a:gd name="connsiteX12" fmla="*/ 1872511 w 2736850"/>
              <a:gd name="connsiteY12" fmla="*/ 2821923 h 3170216"/>
              <a:gd name="connsiteX13" fmla="*/ 1900956 w 2736850"/>
              <a:gd name="connsiteY13" fmla="*/ 2774623 h 3170216"/>
              <a:gd name="connsiteX14" fmla="*/ 1908065 w 2736850"/>
              <a:gd name="connsiteY14" fmla="*/ 2743190 h 3170216"/>
              <a:gd name="connsiteX15" fmla="*/ 1365250 w 2736850"/>
              <a:gd name="connsiteY15" fmla="*/ 2743190 h 3170216"/>
              <a:gd name="connsiteX16" fmla="*/ 137373 w 2736850"/>
              <a:gd name="connsiteY16" fmla="*/ 1379035 h 3170216"/>
              <a:gd name="connsiteX17" fmla="*/ 0 w 2736850"/>
              <a:gd name="connsiteY17" fmla="*/ 1371732 h 3170216"/>
              <a:gd name="connsiteX18" fmla="*/ 0 w 2736850"/>
              <a:gd name="connsiteY18" fmla="*/ 834108 h 3170216"/>
              <a:gd name="connsiteX19" fmla="*/ 7859 w 2736850"/>
              <a:gd name="connsiteY19" fmla="*/ 835885 h 3170216"/>
              <a:gd name="connsiteX20" fmla="*/ 55160 w 2736850"/>
              <a:gd name="connsiteY20" fmla="*/ 864331 h 3170216"/>
              <a:gd name="connsiteX21" fmla="*/ 112630 w 2736850"/>
              <a:gd name="connsiteY21" fmla="*/ 915816 h 3170216"/>
              <a:gd name="connsiteX22" fmla="*/ 119540 w 2736850"/>
              <a:gd name="connsiteY22" fmla="*/ 924401 h 3170216"/>
              <a:gd name="connsiteX23" fmla="*/ 221354 w 2736850"/>
              <a:gd name="connsiteY23" fmla="*/ 971237 h 3170216"/>
              <a:gd name="connsiteX24" fmla="*/ 403452 w 2736850"/>
              <a:gd name="connsiteY24" fmla="*/ 696997 h 3170216"/>
              <a:gd name="connsiteX25" fmla="*/ 221354 w 2736850"/>
              <a:gd name="connsiteY25" fmla="*/ 422757 h 3170216"/>
              <a:gd name="connsiteX26" fmla="*/ 119540 w 2736850"/>
              <a:gd name="connsiteY26" fmla="*/ 469593 h 3170216"/>
              <a:gd name="connsiteX27" fmla="*/ 113300 w 2736850"/>
              <a:gd name="connsiteY27" fmla="*/ 477347 h 3170216"/>
              <a:gd name="connsiteX28" fmla="*/ 82466 w 2736850"/>
              <a:gd name="connsiteY28" fmla="*/ 509889 h 3170216"/>
              <a:gd name="connsiteX29" fmla="*/ 12560 w 2736850"/>
              <a:gd name="connsiteY29" fmla="*/ 548811 h 3170216"/>
              <a:gd name="connsiteX30" fmla="*/ 0 w 2736850"/>
              <a:gd name="connsiteY30" fmla="*/ 551519 h 3170216"/>
              <a:gd name="connsiteX31" fmla="*/ 0 w 2736850"/>
              <a:gd name="connsiteY31" fmla="*/ 433336 h 3170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2736850" h="3170216">
                <a:moveTo>
                  <a:pt x="1191" y="0"/>
                </a:moveTo>
                <a:cubicBezTo>
                  <a:pt x="1513269" y="4157"/>
                  <a:pt x="2736850" y="1231106"/>
                  <a:pt x="2736850" y="2743190"/>
                </a:cubicBezTo>
                <a:lnTo>
                  <a:pt x="2180317" y="2743190"/>
                </a:lnTo>
                <a:lnTo>
                  <a:pt x="2180328" y="2743595"/>
                </a:lnTo>
                <a:cubicBezTo>
                  <a:pt x="2184532" y="2779054"/>
                  <a:pt x="2198811" y="2815854"/>
                  <a:pt x="2226953" y="2849230"/>
                </a:cubicBezTo>
                <a:lnTo>
                  <a:pt x="2259495" y="2880063"/>
                </a:lnTo>
                <a:lnTo>
                  <a:pt x="2267249" y="2886304"/>
                </a:lnTo>
                <a:cubicBezTo>
                  <a:pt x="2296819" y="2915367"/>
                  <a:pt x="2314085" y="2950403"/>
                  <a:pt x="2314085" y="2988117"/>
                </a:cubicBezTo>
                <a:cubicBezTo>
                  <a:pt x="2314085" y="3088688"/>
                  <a:pt x="2191304" y="3170216"/>
                  <a:pt x="2039845" y="3170216"/>
                </a:cubicBezTo>
                <a:cubicBezTo>
                  <a:pt x="1888386" y="3170216"/>
                  <a:pt x="1765605" y="3088688"/>
                  <a:pt x="1765605" y="2988117"/>
                </a:cubicBezTo>
                <a:cubicBezTo>
                  <a:pt x="1765605" y="2950403"/>
                  <a:pt x="1782871" y="2915367"/>
                  <a:pt x="1812441" y="2886304"/>
                </a:cubicBezTo>
                <a:lnTo>
                  <a:pt x="1821026" y="2879394"/>
                </a:lnTo>
                <a:lnTo>
                  <a:pt x="1872511" y="2821923"/>
                </a:lnTo>
                <a:cubicBezTo>
                  <a:pt x="1884433" y="2806236"/>
                  <a:pt x="1894117" y="2790680"/>
                  <a:pt x="1900956" y="2774623"/>
                </a:cubicBezTo>
                <a:lnTo>
                  <a:pt x="1908065" y="2743190"/>
                </a:lnTo>
                <a:lnTo>
                  <a:pt x="1365250" y="2743190"/>
                </a:lnTo>
                <a:cubicBezTo>
                  <a:pt x="1365250" y="2034401"/>
                  <a:pt x="827543" y="1450914"/>
                  <a:pt x="137373" y="1379035"/>
                </a:cubicBezTo>
                <a:lnTo>
                  <a:pt x="0" y="1371732"/>
                </a:lnTo>
                <a:lnTo>
                  <a:pt x="0" y="834108"/>
                </a:lnTo>
                <a:lnTo>
                  <a:pt x="7859" y="835885"/>
                </a:lnTo>
                <a:cubicBezTo>
                  <a:pt x="23916" y="842725"/>
                  <a:pt x="39473" y="852409"/>
                  <a:pt x="55160" y="864331"/>
                </a:cubicBezTo>
                <a:lnTo>
                  <a:pt x="112630" y="915816"/>
                </a:lnTo>
                <a:lnTo>
                  <a:pt x="119540" y="924401"/>
                </a:lnTo>
                <a:cubicBezTo>
                  <a:pt x="148604" y="953971"/>
                  <a:pt x="183640" y="971237"/>
                  <a:pt x="221354" y="971237"/>
                </a:cubicBezTo>
                <a:cubicBezTo>
                  <a:pt x="321924" y="971237"/>
                  <a:pt x="403452" y="848456"/>
                  <a:pt x="403452" y="696997"/>
                </a:cubicBezTo>
                <a:cubicBezTo>
                  <a:pt x="403452" y="545538"/>
                  <a:pt x="321924" y="422757"/>
                  <a:pt x="221354" y="422757"/>
                </a:cubicBezTo>
                <a:cubicBezTo>
                  <a:pt x="183640" y="422757"/>
                  <a:pt x="148604" y="440023"/>
                  <a:pt x="119540" y="469593"/>
                </a:cubicBezTo>
                <a:lnTo>
                  <a:pt x="113300" y="477347"/>
                </a:lnTo>
                <a:lnTo>
                  <a:pt x="82466" y="509889"/>
                </a:lnTo>
                <a:cubicBezTo>
                  <a:pt x="60215" y="528650"/>
                  <a:pt x="36443" y="541250"/>
                  <a:pt x="12560" y="548811"/>
                </a:cubicBezTo>
                <a:lnTo>
                  <a:pt x="0" y="551519"/>
                </a:lnTo>
                <a:lnTo>
                  <a:pt x="0" y="433336"/>
                </a:lnTo>
                <a:close/>
              </a:path>
            </a:pathLst>
          </a:cu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55" name="フリーフォーム 54"/>
          <p:cNvSpPr/>
          <p:nvPr userDrawn="1"/>
        </p:nvSpPr>
        <p:spPr>
          <a:xfrm rot="16200000">
            <a:off x="4431463" y="1683716"/>
            <a:ext cx="1824848" cy="2113477"/>
          </a:xfrm>
          <a:custGeom>
            <a:avLst/>
            <a:gdLst>
              <a:gd name="connsiteX0" fmla="*/ 1191 w 2736850"/>
              <a:gd name="connsiteY0" fmla="*/ 0 h 3170216"/>
              <a:gd name="connsiteX1" fmla="*/ 2736850 w 2736850"/>
              <a:gd name="connsiteY1" fmla="*/ 2743190 h 3170216"/>
              <a:gd name="connsiteX2" fmla="*/ 2180317 w 2736850"/>
              <a:gd name="connsiteY2" fmla="*/ 2743190 h 3170216"/>
              <a:gd name="connsiteX3" fmla="*/ 2180328 w 2736850"/>
              <a:gd name="connsiteY3" fmla="*/ 2743595 h 3170216"/>
              <a:gd name="connsiteX4" fmla="*/ 2226953 w 2736850"/>
              <a:gd name="connsiteY4" fmla="*/ 2849230 h 3170216"/>
              <a:gd name="connsiteX5" fmla="*/ 2259495 w 2736850"/>
              <a:gd name="connsiteY5" fmla="*/ 2880063 h 3170216"/>
              <a:gd name="connsiteX6" fmla="*/ 2267249 w 2736850"/>
              <a:gd name="connsiteY6" fmla="*/ 2886304 h 3170216"/>
              <a:gd name="connsiteX7" fmla="*/ 2314085 w 2736850"/>
              <a:gd name="connsiteY7" fmla="*/ 2988117 h 3170216"/>
              <a:gd name="connsiteX8" fmla="*/ 2039845 w 2736850"/>
              <a:gd name="connsiteY8" fmla="*/ 3170216 h 3170216"/>
              <a:gd name="connsiteX9" fmla="*/ 1765605 w 2736850"/>
              <a:gd name="connsiteY9" fmla="*/ 2988117 h 3170216"/>
              <a:gd name="connsiteX10" fmla="*/ 1812441 w 2736850"/>
              <a:gd name="connsiteY10" fmla="*/ 2886304 h 3170216"/>
              <a:gd name="connsiteX11" fmla="*/ 1821026 w 2736850"/>
              <a:gd name="connsiteY11" fmla="*/ 2879394 h 3170216"/>
              <a:gd name="connsiteX12" fmla="*/ 1872511 w 2736850"/>
              <a:gd name="connsiteY12" fmla="*/ 2821923 h 3170216"/>
              <a:gd name="connsiteX13" fmla="*/ 1900956 w 2736850"/>
              <a:gd name="connsiteY13" fmla="*/ 2774623 h 3170216"/>
              <a:gd name="connsiteX14" fmla="*/ 1908065 w 2736850"/>
              <a:gd name="connsiteY14" fmla="*/ 2743190 h 3170216"/>
              <a:gd name="connsiteX15" fmla="*/ 1365250 w 2736850"/>
              <a:gd name="connsiteY15" fmla="*/ 2743190 h 3170216"/>
              <a:gd name="connsiteX16" fmla="*/ 137373 w 2736850"/>
              <a:gd name="connsiteY16" fmla="*/ 1379035 h 3170216"/>
              <a:gd name="connsiteX17" fmla="*/ 0 w 2736850"/>
              <a:gd name="connsiteY17" fmla="*/ 1371732 h 3170216"/>
              <a:gd name="connsiteX18" fmla="*/ 0 w 2736850"/>
              <a:gd name="connsiteY18" fmla="*/ 834108 h 3170216"/>
              <a:gd name="connsiteX19" fmla="*/ 7859 w 2736850"/>
              <a:gd name="connsiteY19" fmla="*/ 835885 h 3170216"/>
              <a:gd name="connsiteX20" fmla="*/ 55160 w 2736850"/>
              <a:gd name="connsiteY20" fmla="*/ 864331 h 3170216"/>
              <a:gd name="connsiteX21" fmla="*/ 112630 w 2736850"/>
              <a:gd name="connsiteY21" fmla="*/ 915816 h 3170216"/>
              <a:gd name="connsiteX22" fmla="*/ 119540 w 2736850"/>
              <a:gd name="connsiteY22" fmla="*/ 924401 h 3170216"/>
              <a:gd name="connsiteX23" fmla="*/ 221354 w 2736850"/>
              <a:gd name="connsiteY23" fmla="*/ 971237 h 3170216"/>
              <a:gd name="connsiteX24" fmla="*/ 403452 w 2736850"/>
              <a:gd name="connsiteY24" fmla="*/ 696997 h 3170216"/>
              <a:gd name="connsiteX25" fmla="*/ 221354 w 2736850"/>
              <a:gd name="connsiteY25" fmla="*/ 422757 h 3170216"/>
              <a:gd name="connsiteX26" fmla="*/ 119540 w 2736850"/>
              <a:gd name="connsiteY26" fmla="*/ 469593 h 3170216"/>
              <a:gd name="connsiteX27" fmla="*/ 113300 w 2736850"/>
              <a:gd name="connsiteY27" fmla="*/ 477347 h 3170216"/>
              <a:gd name="connsiteX28" fmla="*/ 82466 w 2736850"/>
              <a:gd name="connsiteY28" fmla="*/ 509889 h 3170216"/>
              <a:gd name="connsiteX29" fmla="*/ 12560 w 2736850"/>
              <a:gd name="connsiteY29" fmla="*/ 548811 h 3170216"/>
              <a:gd name="connsiteX30" fmla="*/ 0 w 2736850"/>
              <a:gd name="connsiteY30" fmla="*/ 551519 h 3170216"/>
              <a:gd name="connsiteX31" fmla="*/ 0 w 2736850"/>
              <a:gd name="connsiteY31" fmla="*/ 433336 h 3170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2736850" h="3170216">
                <a:moveTo>
                  <a:pt x="1191" y="0"/>
                </a:moveTo>
                <a:cubicBezTo>
                  <a:pt x="1513269" y="4157"/>
                  <a:pt x="2736850" y="1231106"/>
                  <a:pt x="2736850" y="2743190"/>
                </a:cubicBezTo>
                <a:lnTo>
                  <a:pt x="2180317" y="2743190"/>
                </a:lnTo>
                <a:lnTo>
                  <a:pt x="2180328" y="2743595"/>
                </a:lnTo>
                <a:cubicBezTo>
                  <a:pt x="2184532" y="2779054"/>
                  <a:pt x="2198811" y="2815854"/>
                  <a:pt x="2226953" y="2849230"/>
                </a:cubicBezTo>
                <a:lnTo>
                  <a:pt x="2259495" y="2880063"/>
                </a:lnTo>
                <a:lnTo>
                  <a:pt x="2267249" y="2886304"/>
                </a:lnTo>
                <a:cubicBezTo>
                  <a:pt x="2296819" y="2915367"/>
                  <a:pt x="2314085" y="2950403"/>
                  <a:pt x="2314085" y="2988117"/>
                </a:cubicBezTo>
                <a:cubicBezTo>
                  <a:pt x="2314085" y="3088688"/>
                  <a:pt x="2191304" y="3170216"/>
                  <a:pt x="2039845" y="3170216"/>
                </a:cubicBezTo>
                <a:cubicBezTo>
                  <a:pt x="1888386" y="3170216"/>
                  <a:pt x="1765605" y="3088688"/>
                  <a:pt x="1765605" y="2988117"/>
                </a:cubicBezTo>
                <a:cubicBezTo>
                  <a:pt x="1765605" y="2950403"/>
                  <a:pt x="1782871" y="2915367"/>
                  <a:pt x="1812441" y="2886304"/>
                </a:cubicBezTo>
                <a:lnTo>
                  <a:pt x="1821026" y="2879394"/>
                </a:lnTo>
                <a:lnTo>
                  <a:pt x="1872511" y="2821923"/>
                </a:lnTo>
                <a:cubicBezTo>
                  <a:pt x="1884433" y="2806236"/>
                  <a:pt x="1894117" y="2790680"/>
                  <a:pt x="1900956" y="2774623"/>
                </a:cubicBezTo>
                <a:lnTo>
                  <a:pt x="1908065" y="2743190"/>
                </a:lnTo>
                <a:lnTo>
                  <a:pt x="1365250" y="2743190"/>
                </a:lnTo>
                <a:cubicBezTo>
                  <a:pt x="1365250" y="2034401"/>
                  <a:pt x="827543" y="1450914"/>
                  <a:pt x="137373" y="1379035"/>
                </a:cubicBezTo>
                <a:lnTo>
                  <a:pt x="0" y="1371732"/>
                </a:lnTo>
                <a:lnTo>
                  <a:pt x="0" y="834108"/>
                </a:lnTo>
                <a:lnTo>
                  <a:pt x="7859" y="835885"/>
                </a:lnTo>
                <a:cubicBezTo>
                  <a:pt x="23916" y="842725"/>
                  <a:pt x="39473" y="852409"/>
                  <a:pt x="55160" y="864331"/>
                </a:cubicBezTo>
                <a:lnTo>
                  <a:pt x="112630" y="915816"/>
                </a:lnTo>
                <a:lnTo>
                  <a:pt x="119540" y="924401"/>
                </a:lnTo>
                <a:cubicBezTo>
                  <a:pt x="148604" y="953971"/>
                  <a:pt x="183640" y="971237"/>
                  <a:pt x="221354" y="971237"/>
                </a:cubicBezTo>
                <a:cubicBezTo>
                  <a:pt x="321924" y="971237"/>
                  <a:pt x="403452" y="848456"/>
                  <a:pt x="403452" y="696997"/>
                </a:cubicBezTo>
                <a:cubicBezTo>
                  <a:pt x="403452" y="545538"/>
                  <a:pt x="321924" y="422757"/>
                  <a:pt x="221354" y="422757"/>
                </a:cubicBezTo>
                <a:cubicBezTo>
                  <a:pt x="183640" y="422757"/>
                  <a:pt x="148604" y="440023"/>
                  <a:pt x="119540" y="469593"/>
                </a:cubicBezTo>
                <a:lnTo>
                  <a:pt x="113300" y="477347"/>
                </a:lnTo>
                <a:lnTo>
                  <a:pt x="82466" y="509889"/>
                </a:lnTo>
                <a:cubicBezTo>
                  <a:pt x="60215" y="528650"/>
                  <a:pt x="36443" y="541250"/>
                  <a:pt x="12560" y="548811"/>
                </a:cubicBezTo>
                <a:lnTo>
                  <a:pt x="0" y="551519"/>
                </a:lnTo>
                <a:lnTo>
                  <a:pt x="0" y="433336"/>
                </a:lnTo>
                <a:close/>
              </a:path>
            </a:pathLst>
          </a:custGeom>
          <a:solidFill>
            <a:schemeClr val="accent5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56" name="テキスト プレースホルダー 12"/>
          <p:cNvSpPr>
            <a:spLocks noGrp="1"/>
          </p:cNvSpPr>
          <p:nvPr>
            <p:ph type="body" sz="quarter" idx="23" hasCustomPrompt="1"/>
          </p:nvPr>
        </p:nvSpPr>
        <p:spPr>
          <a:xfrm>
            <a:off x="7918213" y="2238630"/>
            <a:ext cx="3884804" cy="969330"/>
          </a:xfrm>
        </p:spPr>
        <p:txBody>
          <a:bodyPr>
            <a:normAutofit/>
          </a:bodyPr>
          <a:lstStyle>
            <a:lvl1pPr algn="l">
              <a:spcBef>
                <a:spcPts val="0"/>
              </a:spcBef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57" name="テキスト プレースホルダー 12"/>
          <p:cNvSpPr>
            <a:spLocks noGrp="1"/>
          </p:cNvSpPr>
          <p:nvPr>
            <p:ph type="body" sz="quarter" idx="24" hasCustomPrompt="1"/>
          </p:nvPr>
        </p:nvSpPr>
        <p:spPr>
          <a:xfrm>
            <a:off x="7918213" y="1578980"/>
            <a:ext cx="3884804" cy="498098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133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58" name="正方形/長方形 57"/>
          <p:cNvSpPr/>
          <p:nvPr userDrawn="1"/>
        </p:nvSpPr>
        <p:spPr>
          <a:xfrm>
            <a:off x="7989878" y="2089170"/>
            <a:ext cx="1218599" cy="480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 sz="1200"/>
          </a:p>
        </p:txBody>
      </p:sp>
      <p:sp>
        <p:nvSpPr>
          <p:cNvPr id="59" name="テキスト プレースホルダー 12"/>
          <p:cNvSpPr>
            <a:spLocks noGrp="1"/>
          </p:cNvSpPr>
          <p:nvPr>
            <p:ph type="body" sz="quarter" idx="25" hasCustomPrompt="1"/>
          </p:nvPr>
        </p:nvSpPr>
        <p:spPr>
          <a:xfrm>
            <a:off x="7936283" y="4813727"/>
            <a:ext cx="3884804" cy="969330"/>
          </a:xfrm>
        </p:spPr>
        <p:txBody>
          <a:bodyPr>
            <a:normAutofit/>
          </a:bodyPr>
          <a:lstStyle>
            <a:lvl1pPr algn="l">
              <a:spcBef>
                <a:spcPts val="0"/>
              </a:spcBef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60" name="テキスト プレースホルダー 12"/>
          <p:cNvSpPr>
            <a:spLocks noGrp="1"/>
          </p:cNvSpPr>
          <p:nvPr>
            <p:ph type="body" sz="quarter" idx="26" hasCustomPrompt="1"/>
          </p:nvPr>
        </p:nvSpPr>
        <p:spPr>
          <a:xfrm>
            <a:off x="7936283" y="4154078"/>
            <a:ext cx="3884804" cy="498098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133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61" name="正方形/長方形 60"/>
          <p:cNvSpPr/>
          <p:nvPr userDrawn="1"/>
        </p:nvSpPr>
        <p:spPr>
          <a:xfrm>
            <a:off x="8007948" y="4664267"/>
            <a:ext cx="1218599" cy="480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 sz="1200"/>
          </a:p>
        </p:txBody>
      </p:sp>
      <p:sp>
        <p:nvSpPr>
          <p:cNvPr id="62" name="テキスト プレースホルダー 12"/>
          <p:cNvSpPr>
            <a:spLocks noGrp="1"/>
          </p:cNvSpPr>
          <p:nvPr>
            <p:ph type="body" sz="quarter" idx="16" hasCustomPrompt="1"/>
          </p:nvPr>
        </p:nvSpPr>
        <p:spPr>
          <a:xfrm>
            <a:off x="362360" y="4813727"/>
            <a:ext cx="3884804" cy="969330"/>
          </a:xfrm>
        </p:spPr>
        <p:txBody>
          <a:bodyPr>
            <a:normAutofit/>
          </a:bodyPr>
          <a:lstStyle>
            <a:lvl1pPr algn="r">
              <a:spcBef>
                <a:spcPts val="0"/>
              </a:spcBef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63" name="テキスト プレースホルダー 12"/>
          <p:cNvSpPr>
            <a:spLocks noGrp="1"/>
          </p:cNvSpPr>
          <p:nvPr>
            <p:ph type="body" sz="quarter" idx="17" hasCustomPrompt="1"/>
          </p:nvPr>
        </p:nvSpPr>
        <p:spPr>
          <a:xfrm>
            <a:off x="362360" y="4154078"/>
            <a:ext cx="3884804" cy="498098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133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64" name="正方形/長方形 63"/>
          <p:cNvSpPr/>
          <p:nvPr userDrawn="1"/>
        </p:nvSpPr>
        <p:spPr>
          <a:xfrm>
            <a:off x="2941833" y="4664267"/>
            <a:ext cx="1218599" cy="4801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 sz="1200"/>
          </a:p>
        </p:txBody>
      </p:sp>
      <p:sp>
        <p:nvSpPr>
          <p:cNvPr id="68" name="テキスト プレースホルダー 12"/>
          <p:cNvSpPr>
            <a:spLocks noGrp="1"/>
          </p:cNvSpPr>
          <p:nvPr>
            <p:ph type="body" sz="quarter" idx="27" hasCustomPrompt="1"/>
          </p:nvPr>
        </p:nvSpPr>
        <p:spPr>
          <a:xfrm>
            <a:off x="362360" y="2238630"/>
            <a:ext cx="3884804" cy="969330"/>
          </a:xfrm>
        </p:spPr>
        <p:txBody>
          <a:bodyPr>
            <a:normAutofit/>
          </a:bodyPr>
          <a:lstStyle>
            <a:lvl1pPr algn="r">
              <a:spcBef>
                <a:spcPts val="0"/>
              </a:spcBef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69" name="テキスト プレースホルダー 12"/>
          <p:cNvSpPr>
            <a:spLocks noGrp="1"/>
          </p:cNvSpPr>
          <p:nvPr>
            <p:ph type="body" sz="quarter" idx="28" hasCustomPrompt="1"/>
          </p:nvPr>
        </p:nvSpPr>
        <p:spPr>
          <a:xfrm>
            <a:off x="362360" y="1578980"/>
            <a:ext cx="3884804" cy="498098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133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70" name="正方形/長方形 69"/>
          <p:cNvSpPr/>
          <p:nvPr userDrawn="1"/>
        </p:nvSpPr>
        <p:spPr>
          <a:xfrm>
            <a:off x="2941833" y="2089170"/>
            <a:ext cx="1218599" cy="480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 sz="1200"/>
          </a:p>
        </p:txBody>
      </p:sp>
      <p:sp>
        <p:nvSpPr>
          <p:cNvPr id="71" name="図プレースホルダー 25"/>
          <p:cNvSpPr>
            <a:spLocks noGrp="1"/>
          </p:cNvSpPr>
          <p:nvPr>
            <p:ph type="pic" sz="quarter" idx="14" hasCustomPrompt="1"/>
          </p:nvPr>
        </p:nvSpPr>
        <p:spPr>
          <a:xfrm>
            <a:off x="6879544" y="2493754"/>
            <a:ext cx="420000" cy="420065"/>
          </a:xfrm>
        </p:spPr>
        <p:txBody>
          <a:bodyPr>
            <a:normAutofit/>
          </a:bodyPr>
          <a:lstStyle>
            <a:lvl1pPr>
              <a:defRPr sz="933"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Icon</a:t>
            </a:r>
            <a:endParaRPr kumimoji="1" lang="ja-JP" altLang="en-US"/>
          </a:p>
        </p:txBody>
      </p:sp>
      <p:sp>
        <p:nvSpPr>
          <p:cNvPr id="72" name="図プレースホルダー 25"/>
          <p:cNvSpPr>
            <a:spLocks noGrp="1"/>
          </p:cNvSpPr>
          <p:nvPr>
            <p:ph type="pic" sz="quarter" idx="29" hasCustomPrompt="1"/>
          </p:nvPr>
        </p:nvSpPr>
        <p:spPr>
          <a:xfrm>
            <a:off x="6879544" y="4359498"/>
            <a:ext cx="420000" cy="420065"/>
          </a:xfrm>
        </p:spPr>
        <p:txBody>
          <a:bodyPr>
            <a:normAutofit/>
          </a:bodyPr>
          <a:lstStyle>
            <a:lvl1pPr>
              <a:defRPr sz="933"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Icon</a:t>
            </a:r>
            <a:endParaRPr kumimoji="1" lang="ja-JP" altLang="en-US"/>
          </a:p>
        </p:txBody>
      </p:sp>
      <p:sp>
        <p:nvSpPr>
          <p:cNvPr id="73" name="図プレースホルダー 25"/>
          <p:cNvSpPr>
            <a:spLocks noGrp="1"/>
          </p:cNvSpPr>
          <p:nvPr>
            <p:ph type="pic" sz="quarter" idx="30" hasCustomPrompt="1"/>
          </p:nvPr>
        </p:nvSpPr>
        <p:spPr>
          <a:xfrm>
            <a:off x="4900067" y="4367748"/>
            <a:ext cx="420000" cy="420065"/>
          </a:xfrm>
        </p:spPr>
        <p:txBody>
          <a:bodyPr>
            <a:normAutofit/>
          </a:bodyPr>
          <a:lstStyle>
            <a:lvl1pPr>
              <a:defRPr sz="933"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Icon</a:t>
            </a:r>
            <a:endParaRPr kumimoji="1" lang="ja-JP" altLang="en-US"/>
          </a:p>
        </p:txBody>
      </p:sp>
      <p:sp>
        <p:nvSpPr>
          <p:cNvPr id="74" name="図プレースホルダー 25"/>
          <p:cNvSpPr>
            <a:spLocks noGrp="1"/>
          </p:cNvSpPr>
          <p:nvPr>
            <p:ph type="pic" sz="quarter" idx="31" hasCustomPrompt="1"/>
          </p:nvPr>
        </p:nvSpPr>
        <p:spPr>
          <a:xfrm>
            <a:off x="4900067" y="2493754"/>
            <a:ext cx="420000" cy="420065"/>
          </a:xfrm>
        </p:spPr>
        <p:txBody>
          <a:bodyPr>
            <a:normAutofit/>
          </a:bodyPr>
          <a:lstStyle>
            <a:lvl1pPr>
              <a:defRPr sz="933"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Icon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9393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9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25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750"/>
                            </p:stCondLst>
                            <p:childTnLst>
                              <p:par>
                                <p:cTn id="39" presetID="5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9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250"/>
                            </p:stCondLst>
                            <p:childTnLst>
                              <p:par>
                                <p:cTn id="60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0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500"/>
                            </p:stCondLst>
                            <p:childTnLst>
                              <p:par>
                                <p:cTn id="73" presetID="5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9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4000"/>
                            </p:stCondLst>
                            <p:childTnLst>
                              <p:par>
                                <p:cTn id="94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4750"/>
                            </p:stCondLst>
                            <p:childTnLst>
                              <p:par>
                                <p:cTn id="10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250"/>
                            </p:stCondLst>
                            <p:childTnLst>
                              <p:par>
                                <p:cTn id="107" presetID="5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9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750"/>
                            </p:stCondLst>
                            <p:childTnLst>
                              <p:par>
                                <p:cTn id="128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6500"/>
                            </p:stCondLst>
                            <p:childTnLst>
                              <p:par>
                                <p:cTn id="13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2" grpId="1" animBg="1"/>
      <p:bldP spid="53" grpId="0" animBg="1"/>
      <p:bldP spid="53" grpId="1" animBg="1"/>
      <p:bldP spid="54" grpId="0" animBg="1"/>
      <p:bldP spid="54" grpId="1" animBg="1"/>
      <p:bldP spid="55" grpId="0" animBg="1"/>
      <p:bldP spid="55" grpId="1" animBg="1"/>
      <p:bldP spid="56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8" grpId="0" animBg="1"/>
      <p:bldP spid="59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0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1" grpId="0" animBg="1"/>
      <p:bldP spid="62" grpId="0">
        <p:tmplLst>
          <p:tmpl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6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3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4" grpId="0" animBg="1"/>
      <p:bldP spid="68" grpId="0">
        <p:tmplLst>
          <p:tmpl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6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9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0" grpId="0" animBg="1"/>
      <p:bldP spid="71" grpId="0"/>
      <p:bldP spid="72" grpId="0"/>
      <p:bldP spid="73" grpId="0"/>
      <p:bldP spid="74" grpId="0"/>
    </p:bldLst>
  </p:timing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/>
              <a:t>Slide Title Goes Here</a:t>
            </a:r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山形 6"/>
          <p:cNvSpPr/>
          <p:nvPr userDrawn="1"/>
        </p:nvSpPr>
        <p:spPr>
          <a:xfrm>
            <a:off x="595137" y="2909923"/>
            <a:ext cx="2782647" cy="377430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67">
                <a:solidFill>
                  <a:schemeClr val="bg1"/>
                </a:solidFill>
              </a:rPr>
              <a:t>01</a:t>
            </a:r>
            <a:endParaRPr kumimoji="1" lang="ja-JP" altLang="en-US" sz="1867">
              <a:solidFill>
                <a:schemeClr val="bg1"/>
              </a:solidFill>
            </a:endParaRPr>
          </a:p>
        </p:txBody>
      </p:sp>
      <p:sp>
        <p:nvSpPr>
          <p:cNvPr id="50" name="山形 49"/>
          <p:cNvSpPr/>
          <p:nvPr userDrawn="1"/>
        </p:nvSpPr>
        <p:spPr>
          <a:xfrm>
            <a:off x="3313353" y="2909923"/>
            <a:ext cx="2782647" cy="377430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67">
                <a:solidFill>
                  <a:schemeClr val="bg1"/>
                </a:solidFill>
              </a:rPr>
              <a:t>02</a:t>
            </a:r>
            <a:endParaRPr kumimoji="1" lang="ja-JP" altLang="en-US" sz="1867">
              <a:solidFill>
                <a:schemeClr val="bg1"/>
              </a:solidFill>
            </a:endParaRPr>
          </a:p>
        </p:txBody>
      </p:sp>
      <p:sp>
        <p:nvSpPr>
          <p:cNvPr id="51" name="山形 50"/>
          <p:cNvSpPr/>
          <p:nvPr userDrawn="1"/>
        </p:nvSpPr>
        <p:spPr>
          <a:xfrm>
            <a:off x="6031570" y="2909923"/>
            <a:ext cx="2782647" cy="377430"/>
          </a:xfrm>
          <a:prstGeom prst="chevr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67">
                <a:solidFill>
                  <a:schemeClr val="bg1"/>
                </a:solidFill>
              </a:rPr>
              <a:t>03</a:t>
            </a:r>
            <a:endParaRPr kumimoji="1" lang="ja-JP" altLang="en-US" sz="1867">
              <a:solidFill>
                <a:schemeClr val="bg1"/>
              </a:solidFill>
            </a:endParaRPr>
          </a:p>
        </p:txBody>
      </p:sp>
      <p:sp>
        <p:nvSpPr>
          <p:cNvPr id="52" name="山形 51"/>
          <p:cNvSpPr/>
          <p:nvPr userDrawn="1"/>
        </p:nvSpPr>
        <p:spPr>
          <a:xfrm>
            <a:off x="8749787" y="2909922"/>
            <a:ext cx="2782647" cy="377430"/>
          </a:xfrm>
          <a:prstGeom prst="chevr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67">
                <a:solidFill>
                  <a:schemeClr val="bg1"/>
                </a:solidFill>
              </a:rPr>
              <a:t>04</a:t>
            </a:r>
            <a:endParaRPr kumimoji="1" lang="ja-JP" altLang="en-US" sz="1867">
              <a:solidFill>
                <a:schemeClr val="bg1"/>
              </a:solidFill>
            </a:endParaRPr>
          </a:p>
        </p:txBody>
      </p:sp>
      <p:sp>
        <p:nvSpPr>
          <p:cNvPr id="53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595136" y="3389177"/>
            <a:ext cx="2619257" cy="2099823"/>
          </a:xfrm>
        </p:spPr>
        <p:txBody>
          <a:bodyPr>
            <a:normAutofit/>
          </a:bodyPr>
          <a:lstStyle>
            <a:lvl1pPr marL="228611" indent="-228611" algn="l">
              <a:buFont typeface="Wingdings" panose="05000000000000000000" pitchFamily="2" charset="2"/>
              <a:buChar char="n"/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54" name="テキスト プレースホルダー 12"/>
          <p:cNvSpPr>
            <a:spLocks noGrp="1"/>
          </p:cNvSpPr>
          <p:nvPr>
            <p:ph type="body" sz="quarter" idx="14" hasCustomPrompt="1"/>
          </p:nvPr>
        </p:nvSpPr>
        <p:spPr>
          <a:xfrm>
            <a:off x="595136" y="1809094"/>
            <a:ext cx="2619257" cy="976687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55" name="テキスト プレースホルダー 12"/>
          <p:cNvSpPr>
            <a:spLocks noGrp="1"/>
          </p:cNvSpPr>
          <p:nvPr>
            <p:ph type="body" sz="quarter" idx="15" hasCustomPrompt="1"/>
          </p:nvPr>
        </p:nvSpPr>
        <p:spPr>
          <a:xfrm>
            <a:off x="3313353" y="3389177"/>
            <a:ext cx="2619257" cy="2099823"/>
          </a:xfrm>
        </p:spPr>
        <p:txBody>
          <a:bodyPr>
            <a:normAutofit/>
          </a:bodyPr>
          <a:lstStyle>
            <a:lvl1pPr marL="228611" indent="-228611" algn="l">
              <a:buFont typeface="Wingdings" panose="05000000000000000000" pitchFamily="2" charset="2"/>
              <a:buChar char="n"/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56" name="テキスト プレースホルダー 12"/>
          <p:cNvSpPr>
            <a:spLocks noGrp="1"/>
          </p:cNvSpPr>
          <p:nvPr>
            <p:ph type="body" sz="quarter" idx="16" hasCustomPrompt="1"/>
          </p:nvPr>
        </p:nvSpPr>
        <p:spPr>
          <a:xfrm>
            <a:off x="3313353" y="1809094"/>
            <a:ext cx="2619257" cy="976687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57" name="テキスト プレースホルダー 12"/>
          <p:cNvSpPr>
            <a:spLocks noGrp="1"/>
          </p:cNvSpPr>
          <p:nvPr>
            <p:ph type="body" sz="quarter" idx="17" hasCustomPrompt="1"/>
          </p:nvPr>
        </p:nvSpPr>
        <p:spPr>
          <a:xfrm>
            <a:off x="6031570" y="3389177"/>
            <a:ext cx="2619257" cy="2099823"/>
          </a:xfrm>
        </p:spPr>
        <p:txBody>
          <a:bodyPr>
            <a:normAutofit/>
          </a:bodyPr>
          <a:lstStyle>
            <a:lvl1pPr marL="228611" indent="-228611" algn="l">
              <a:buFont typeface="Wingdings" panose="05000000000000000000" pitchFamily="2" charset="2"/>
              <a:buChar char="n"/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58" name="テキスト プレースホルダー 12"/>
          <p:cNvSpPr>
            <a:spLocks noGrp="1"/>
          </p:cNvSpPr>
          <p:nvPr>
            <p:ph type="body" sz="quarter" idx="18" hasCustomPrompt="1"/>
          </p:nvPr>
        </p:nvSpPr>
        <p:spPr>
          <a:xfrm>
            <a:off x="6031570" y="1809094"/>
            <a:ext cx="2619257" cy="976687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59" name="テキスト プレースホルダー 12"/>
          <p:cNvSpPr>
            <a:spLocks noGrp="1"/>
          </p:cNvSpPr>
          <p:nvPr>
            <p:ph type="body" sz="quarter" idx="19" hasCustomPrompt="1"/>
          </p:nvPr>
        </p:nvSpPr>
        <p:spPr>
          <a:xfrm>
            <a:off x="8749786" y="3389177"/>
            <a:ext cx="2619257" cy="2099823"/>
          </a:xfrm>
        </p:spPr>
        <p:txBody>
          <a:bodyPr>
            <a:normAutofit/>
          </a:bodyPr>
          <a:lstStyle>
            <a:lvl1pPr marL="228611" indent="-228611" algn="l">
              <a:buFont typeface="Wingdings" panose="05000000000000000000" pitchFamily="2" charset="2"/>
              <a:buChar char="n"/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60" name="テキスト プレースホルダー 12"/>
          <p:cNvSpPr>
            <a:spLocks noGrp="1"/>
          </p:cNvSpPr>
          <p:nvPr>
            <p:ph type="body" sz="quarter" idx="20" hasCustomPrompt="1"/>
          </p:nvPr>
        </p:nvSpPr>
        <p:spPr>
          <a:xfrm>
            <a:off x="8749786" y="1809094"/>
            <a:ext cx="2619257" cy="976687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3839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50"/>
                            </p:stCondLst>
                            <p:childTnLst>
                              <p:par>
                                <p:cTn id="18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750"/>
                            </p:stCondLst>
                            <p:childTnLst>
                              <p:par>
                                <p:cTn id="31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75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250"/>
                            </p:stCondLst>
                            <p:childTnLst>
                              <p:par>
                                <p:cTn id="44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75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25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50" grpId="0" animBg="1"/>
      <p:bldP spid="51" grpId="0" animBg="1"/>
      <p:bldP spid="52" grpId="0" animBg="1"/>
      <p:bldP spid="5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4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5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5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6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5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5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8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5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5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0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6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6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orate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/>
              <a:t>Slide Title Goes Here</a:t>
            </a:r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3" name="円/楕円 30"/>
          <p:cNvSpPr/>
          <p:nvPr userDrawn="1"/>
        </p:nvSpPr>
        <p:spPr>
          <a:xfrm>
            <a:off x="5670997" y="3793164"/>
            <a:ext cx="850006" cy="2335126"/>
          </a:xfrm>
          <a:custGeom>
            <a:avLst/>
            <a:gdLst/>
            <a:ahLst/>
            <a:cxnLst/>
            <a:rect l="l" t="t" r="r" b="b"/>
            <a:pathLst>
              <a:path w="1104899" h="3034897">
                <a:moveTo>
                  <a:pt x="183061" y="452441"/>
                </a:moveTo>
                <a:lnTo>
                  <a:pt x="202039" y="456272"/>
                </a:lnTo>
                <a:cubicBezTo>
                  <a:pt x="206033" y="453928"/>
                  <a:pt x="210452" y="453407"/>
                  <a:pt x="214967" y="453259"/>
                </a:cubicBezTo>
                <a:cubicBezTo>
                  <a:pt x="238093" y="484350"/>
                  <a:pt x="275364" y="503415"/>
                  <a:pt x="317087" y="503415"/>
                </a:cubicBezTo>
                <a:cubicBezTo>
                  <a:pt x="359170" y="503415"/>
                  <a:pt x="396722" y="484021"/>
                  <a:pt x="419760" y="452441"/>
                </a:cubicBezTo>
                <a:lnTo>
                  <a:pt x="446511" y="452441"/>
                </a:lnTo>
                <a:cubicBezTo>
                  <a:pt x="469549" y="484021"/>
                  <a:pt x="507100" y="503415"/>
                  <a:pt x="549182" y="503415"/>
                </a:cubicBezTo>
                <a:cubicBezTo>
                  <a:pt x="591264" y="503415"/>
                  <a:pt x="628817" y="484021"/>
                  <a:pt x="651855" y="452441"/>
                </a:cubicBezTo>
                <a:lnTo>
                  <a:pt x="685142" y="452441"/>
                </a:lnTo>
                <a:cubicBezTo>
                  <a:pt x="708180" y="484021"/>
                  <a:pt x="745733" y="503416"/>
                  <a:pt x="787815" y="503416"/>
                </a:cubicBezTo>
                <a:lnTo>
                  <a:pt x="837422" y="492397"/>
                </a:lnTo>
                <a:lnTo>
                  <a:pt x="848931" y="487050"/>
                </a:lnTo>
                <a:cubicBezTo>
                  <a:pt x="864198" y="480284"/>
                  <a:pt x="877135" y="469629"/>
                  <a:pt x="887585" y="456745"/>
                </a:cubicBezTo>
                <a:lnTo>
                  <a:pt x="889654" y="457620"/>
                </a:lnTo>
                <a:cubicBezTo>
                  <a:pt x="897429" y="453526"/>
                  <a:pt x="906239" y="452441"/>
                  <a:pt x="915302" y="452441"/>
                </a:cubicBezTo>
                <a:cubicBezTo>
                  <a:pt x="976685" y="452441"/>
                  <a:pt x="1026445" y="502202"/>
                  <a:pt x="1026445" y="563585"/>
                </a:cubicBezTo>
                <a:cubicBezTo>
                  <a:pt x="1026445" y="609396"/>
                  <a:pt x="998729" y="648734"/>
                  <a:pt x="959102" y="665631"/>
                </a:cubicBezTo>
                <a:cubicBezTo>
                  <a:pt x="841569" y="804451"/>
                  <a:pt x="762079" y="1001460"/>
                  <a:pt x="743903" y="1223908"/>
                </a:cubicBezTo>
                <a:lnTo>
                  <a:pt x="840117" y="1223908"/>
                </a:lnTo>
                <a:cubicBezTo>
                  <a:pt x="885252" y="1223908"/>
                  <a:pt x="921841" y="1260497"/>
                  <a:pt x="921841" y="1305632"/>
                </a:cubicBezTo>
                <a:lnTo>
                  <a:pt x="921840" y="1305632"/>
                </a:lnTo>
                <a:cubicBezTo>
                  <a:pt x="921840" y="1350767"/>
                  <a:pt x="885251" y="1387356"/>
                  <a:pt x="840116" y="1387356"/>
                </a:cubicBezTo>
                <a:lnTo>
                  <a:pt x="733571" y="1387356"/>
                </a:lnTo>
                <a:lnTo>
                  <a:pt x="732242" y="1435725"/>
                </a:lnTo>
                <a:cubicBezTo>
                  <a:pt x="732242" y="1834241"/>
                  <a:pt x="840619" y="2186259"/>
                  <a:pt x="1006562" y="2397455"/>
                </a:cubicBezTo>
                <a:lnTo>
                  <a:pt x="1005198" y="2397455"/>
                </a:lnTo>
                <a:cubicBezTo>
                  <a:pt x="1027765" y="2397455"/>
                  <a:pt x="1046060" y="2415750"/>
                  <a:pt x="1046060" y="2438317"/>
                </a:cubicBezTo>
                <a:lnTo>
                  <a:pt x="1046059" y="2438317"/>
                </a:lnTo>
                <a:cubicBezTo>
                  <a:pt x="1046059" y="2450137"/>
                  <a:pt x="1041040" y="2460785"/>
                  <a:pt x="1032621" y="2467820"/>
                </a:cubicBezTo>
                <a:cubicBezTo>
                  <a:pt x="1079361" y="2530209"/>
                  <a:pt x="1104899" y="2603760"/>
                  <a:pt x="1104899" y="2682076"/>
                </a:cubicBezTo>
                <a:cubicBezTo>
                  <a:pt x="1104899" y="2769275"/>
                  <a:pt x="1073240" y="2850566"/>
                  <a:pt x="1015880" y="2916671"/>
                </a:cubicBezTo>
                <a:cubicBezTo>
                  <a:pt x="1041463" y="2932650"/>
                  <a:pt x="1057500" y="2961309"/>
                  <a:pt x="1057500" y="2993714"/>
                </a:cubicBezTo>
                <a:lnTo>
                  <a:pt x="1057500" y="3034897"/>
                </a:lnTo>
                <a:lnTo>
                  <a:pt x="881231" y="3034897"/>
                </a:lnTo>
                <a:lnTo>
                  <a:pt x="223669" y="3034897"/>
                </a:lnTo>
                <a:lnTo>
                  <a:pt x="47401" y="3034897"/>
                </a:lnTo>
                <a:lnTo>
                  <a:pt x="47401" y="2993714"/>
                </a:lnTo>
                <a:cubicBezTo>
                  <a:pt x="47401" y="2961309"/>
                  <a:pt x="63437" y="2932651"/>
                  <a:pt x="89020" y="2916671"/>
                </a:cubicBezTo>
                <a:cubicBezTo>
                  <a:pt x="31659" y="2850567"/>
                  <a:pt x="0" y="2769275"/>
                  <a:pt x="0" y="2682076"/>
                </a:cubicBezTo>
                <a:cubicBezTo>
                  <a:pt x="0" y="2605483"/>
                  <a:pt x="24427" y="2533448"/>
                  <a:pt x="69407" y="2472045"/>
                </a:cubicBezTo>
                <a:cubicBezTo>
                  <a:pt x="54818" y="2467950"/>
                  <a:pt x="45766" y="2454190"/>
                  <a:pt x="45766" y="2438317"/>
                </a:cubicBezTo>
                <a:cubicBezTo>
                  <a:pt x="45766" y="2415750"/>
                  <a:pt x="64061" y="2397455"/>
                  <a:pt x="86628" y="2397455"/>
                </a:cubicBezTo>
                <a:lnTo>
                  <a:pt x="92234" y="2397455"/>
                </a:lnTo>
                <a:cubicBezTo>
                  <a:pt x="258177" y="2186259"/>
                  <a:pt x="366555" y="1834241"/>
                  <a:pt x="366555" y="1435725"/>
                </a:cubicBezTo>
                <a:lnTo>
                  <a:pt x="365225" y="1387355"/>
                </a:lnTo>
                <a:lnTo>
                  <a:pt x="258248" y="1387355"/>
                </a:lnTo>
                <a:cubicBezTo>
                  <a:pt x="213113" y="1387355"/>
                  <a:pt x="176524" y="1350767"/>
                  <a:pt x="176524" y="1305632"/>
                </a:cubicBezTo>
                <a:cubicBezTo>
                  <a:pt x="176524" y="1260497"/>
                  <a:pt x="213113" y="1223908"/>
                  <a:pt x="258248" y="1223908"/>
                </a:cubicBezTo>
                <a:lnTo>
                  <a:pt x="349409" y="1223908"/>
                </a:lnTo>
                <a:cubicBezTo>
                  <a:pt x="332627" y="1001981"/>
                  <a:pt x="254734" y="804966"/>
                  <a:pt x="138681" y="665240"/>
                </a:cubicBezTo>
                <a:cubicBezTo>
                  <a:pt x="99339" y="648314"/>
                  <a:pt x="71918" y="609152"/>
                  <a:pt x="71918" y="563585"/>
                </a:cubicBezTo>
                <a:cubicBezTo>
                  <a:pt x="71918" y="502202"/>
                  <a:pt x="121678" y="452441"/>
                  <a:pt x="183061" y="452441"/>
                </a:cubicBezTo>
                <a:close/>
                <a:moveTo>
                  <a:pt x="545913" y="0"/>
                </a:moveTo>
                <a:cubicBezTo>
                  <a:pt x="656041" y="0"/>
                  <a:pt x="745318" y="89277"/>
                  <a:pt x="745318" y="199405"/>
                </a:cubicBezTo>
                <a:cubicBezTo>
                  <a:pt x="745318" y="309533"/>
                  <a:pt x="656041" y="398810"/>
                  <a:pt x="545913" y="398810"/>
                </a:cubicBezTo>
                <a:cubicBezTo>
                  <a:pt x="435785" y="398810"/>
                  <a:pt x="346508" y="309533"/>
                  <a:pt x="346508" y="199405"/>
                </a:cubicBezTo>
                <a:cubicBezTo>
                  <a:pt x="346508" y="89277"/>
                  <a:pt x="435785" y="0"/>
                  <a:pt x="5459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reflection blurRad="6350" stA="50000" endA="300" endPos="3850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200"/>
          </a:p>
        </p:txBody>
      </p:sp>
      <p:sp>
        <p:nvSpPr>
          <p:cNvPr id="34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4105278" y="2015767"/>
            <a:ext cx="3998822" cy="393753"/>
          </a:xfrm>
        </p:spPr>
        <p:txBody>
          <a:bodyPr>
            <a:normAutofit/>
          </a:bodyPr>
          <a:lstStyle>
            <a:lvl1pPr algn="ctr">
              <a:defRPr sz="1200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35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4105278" y="1460912"/>
            <a:ext cx="3998822" cy="498098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36" name="正方形/長方形 35"/>
          <p:cNvSpPr/>
          <p:nvPr userDrawn="1"/>
        </p:nvSpPr>
        <p:spPr>
          <a:xfrm>
            <a:off x="5495389" y="1932994"/>
            <a:ext cx="1218599" cy="480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37" name="円/楕円 4"/>
          <p:cNvSpPr/>
          <p:nvPr userDrawn="1"/>
        </p:nvSpPr>
        <p:spPr>
          <a:xfrm>
            <a:off x="5741293" y="2504384"/>
            <a:ext cx="757677" cy="758880"/>
          </a:xfrm>
          <a:prstGeom prst="rect">
            <a:avLst/>
          </a:prstGeom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38" name="図プレースホルダー 25"/>
          <p:cNvSpPr>
            <a:spLocks noGrp="1"/>
          </p:cNvSpPr>
          <p:nvPr>
            <p:ph type="pic" sz="quarter" idx="14" hasCustomPrompt="1"/>
          </p:nvPr>
        </p:nvSpPr>
        <p:spPr>
          <a:xfrm>
            <a:off x="5910131" y="2673790"/>
            <a:ext cx="420000" cy="420065"/>
          </a:xfrm>
        </p:spPr>
        <p:txBody>
          <a:bodyPr>
            <a:normAutofit/>
          </a:bodyPr>
          <a:lstStyle>
            <a:lvl1pPr>
              <a:defRPr sz="933"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Icon</a:t>
            </a:r>
            <a:endParaRPr kumimoji="1" lang="ja-JP" altLang="en-US"/>
          </a:p>
        </p:txBody>
      </p:sp>
      <p:sp>
        <p:nvSpPr>
          <p:cNvPr id="39" name="円/楕円 4"/>
          <p:cNvSpPr/>
          <p:nvPr userDrawn="1"/>
        </p:nvSpPr>
        <p:spPr>
          <a:xfrm>
            <a:off x="7134026" y="3486014"/>
            <a:ext cx="757677" cy="758880"/>
          </a:xfrm>
          <a:prstGeom prst="rect">
            <a:avLst/>
          </a:prstGeom>
          <a:solidFill>
            <a:schemeClr val="accent2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40" name="図プレースホルダー 25"/>
          <p:cNvSpPr>
            <a:spLocks noGrp="1"/>
          </p:cNvSpPr>
          <p:nvPr>
            <p:ph type="pic" sz="quarter" idx="15" hasCustomPrompt="1"/>
          </p:nvPr>
        </p:nvSpPr>
        <p:spPr>
          <a:xfrm>
            <a:off x="7302864" y="3655420"/>
            <a:ext cx="420000" cy="420065"/>
          </a:xfrm>
        </p:spPr>
        <p:txBody>
          <a:bodyPr>
            <a:normAutofit/>
          </a:bodyPr>
          <a:lstStyle>
            <a:lvl1pPr>
              <a:defRPr sz="933"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Icon</a:t>
            </a:r>
            <a:endParaRPr kumimoji="1" lang="ja-JP" altLang="en-US"/>
          </a:p>
        </p:txBody>
      </p:sp>
      <p:sp>
        <p:nvSpPr>
          <p:cNvPr id="43" name="テキスト プレースホルダー 12"/>
          <p:cNvSpPr>
            <a:spLocks noGrp="1"/>
          </p:cNvSpPr>
          <p:nvPr>
            <p:ph type="body" sz="quarter" idx="16" hasCustomPrompt="1"/>
          </p:nvPr>
        </p:nvSpPr>
        <p:spPr>
          <a:xfrm>
            <a:off x="8060541" y="3750284"/>
            <a:ext cx="2833731" cy="730957"/>
          </a:xfrm>
        </p:spPr>
        <p:txBody>
          <a:bodyPr>
            <a:normAutofit/>
          </a:bodyPr>
          <a:lstStyle>
            <a:lvl1pPr algn="l">
              <a:defRPr sz="1200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44" name="テキスト プレースホルダー 12"/>
          <p:cNvSpPr>
            <a:spLocks noGrp="1"/>
          </p:cNvSpPr>
          <p:nvPr>
            <p:ph type="body" sz="quarter" idx="17" hasCustomPrompt="1"/>
          </p:nvPr>
        </p:nvSpPr>
        <p:spPr>
          <a:xfrm>
            <a:off x="8060541" y="3195430"/>
            <a:ext cx="2833731" cy="498098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45" name="正方形/長方形 44"/>
          <p:cNvSpPr/>
          <p:nvPr userDrawn="1"/>
        </p:nvSpPr>
        <p:spPr>
          <a:xfrm>
            <a:off x="8117693" y="3667512"/>
            <a:ext cx="1218599" cy="480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 sz="1200"/>
          </a:p>
        </p:txBody>
      </p:sp>
      <p:sp>
        <p:nvSpPr>
          <p:cNvPr id="46" name="円/楕円 4"/>
          <p:cNvSpPr/>
          <p:nvPr userDrawn="1"/>
        </p:nvSpPr>
        <p:spPr>
          <a:xfrm>
            <a:off x="4346613" y="3483100"/>
            <a:ext cx="757677" cy="758880"/>
          </a:xfrm>
          <a:prstGeom prst="rect">
            <a:avLst/>
          </a:prstGeom>
          <a:solidFill>
            <a:schemeClr val="accent3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47" name="図プレースホルダー 25"/>
          <p:cNvSpPr>
            <a:spLocks noGrp="1"/>
          </p:cNvSpPr>
          <p:nvPr>
            <p:ph type="pic" sz="quarter" idx="18" hasCustomPrompt="1"/>
          </p:nvPr>
        </p:nvSpPr>
        <p:spPr>
          <a:xfrm>
            <a:off x="4515451" y="3652507"/>
            <a:ext cx="420000" cy="420065"/>
          </a:xfrm>
        </p:spPr>
        <p:txBody>
          <a:bodyPr>
            <a:normAutofit/>
          </a:bodyPr>
          <a:lstStyle>
            <a:lvl1pPr>
              <a:defRPr sz="933"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Icon</a:t>
            </a:r>
            <a:endParaRPr kumimoji="1" lang="ja-JP" altLang="en-US"/>
          </a:p>
        </p:txBody>
      </p:sp>
      <p:sp>
        <p:nvSpPr>
          <p:cNvPr id="48" name="テキスト プレースホルダー 12"/>
          <p:cNvSpPr>
            <a:spLocks noGrp="1"/>
          </p:cNvSpPr>
          <p:nvPr>
            <p:ph type="body" sz="quarter" idx="19" hasCustomPrompt="1"/>
          </p:nvPr>
        </p:nvSpPr>
        <p:spPr>
          <a:xfrm>
            <a:off x="1326456" y="3747370"/>
            <a:ext cx="2833731" cy="730957"/>
          </a:xfrm>
        </p:spPr>
        <p:txBody>
          <a:bodyPr>
            <a:normAutofit/>
          </a:bodyPr>
          <a:lstStyle>
            <a:lvl1pPr algn="r">
              <a:defRPr sz="1200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49" name="テキスト プレースホルダー 12"/>
          <p:cNvSpPr>
            <a:spLocks noGrp="1"/>
          </p:cNvSpPr>
          <p:nvPr>
            <p:ph type="body" sz="quarter" idx="20" hasCustomPrompt="1"/>
          </p:nvPr>
        </p:nvSpPr>
        <p:spPr>
          <a:xfrm>
            <a:off x="1326456" y="3192516"/>
            <a:ext cx="2833731" cy="498098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61" name="正方形/長方形 60"/>
          <p:cNvSpPr/>
          <p:nvPr userDrawn="1"/>
        </p:nvSpPr>
        <p:spPr>
          <a:xfrm>
            <a:off x="2874911" y="3664598"/>
            <a:ext cx="1218599" cy="4801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 sz="1200"/>
          </a:p>
        </p:txBody>
      </p:sp>
      <p:sp>
        <p:nvSpPr>
          <p:cNvPr id="62" name="円/楕円 4"/>
          <p:cNvSpPr/>
          <p:nvPr userDrawn="1"/>
        </p:nvSpPr>
        <p:spPr>
          <a:xfrm>
            <a:off x="7920279" y="4905794"/>
            <a:ext cx="757677" cy="758880"/>
          </a:xfrm>
          <a:prstGeom prst="rect">
            <a:avLst/>
          </a:prstGeom>
          <a:solidFill>
            <a:schemeClr val="accent4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63" name="図プレースホルダー 25"/>
          <p:cNvSpPr>
            <a:spLocks noGrp="1"/>
          </p:cNvSpPr>
          <p:nvPr>
            <p:ph type="pic" sz="quarter" idx="21" hasCustomPrompt="1"/>
          </p:nvPr>
        </p:nvSpPr>
        <p:spPr>
          <a:xfrm>
            <a:off x="8089117" y="5075201"/>
            <a:ext cx="420000" cy="420065"/>
          </a:xfrm>
        </p:spPr>
        <p:txBody>
          <a:bodyPr>
            <a:normAutofit/>
          </a:bodyPr>
          <a:lstStyle>
            <a:lvl1pPr>
              <a:defRPr sz="933"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Icon</a:t>
            </a:r>
            <a:endParaRPr kumimoji="1" lang="ja-JP" altLang="en-US"/>
          </a:p>
        </p:txBody>
      </p:sp>
      <p:sp>
        <p:nvSpPr>
          <p:cNvPr id="64" name="テキスト プレースホルダー 12"/>
          <p:cNvSpPr>
            <a:spLocks noGrp="1"/>
          </p:cNvSpPr>
          <p:nvPr>
            <p:ph type="body" sz="quarter" idx="22" hasCustomPrompt="1"/>
          </p:nvPr>
        </p:nvSpPr>
        <p:spPr>
          <a:xfrm>
            <a:off x="8846794" y="5170064"/>
            <a:ext cx="2833731" cy="730957"/>
          </a:xfrm>
        </p:spPr>
        <p:txBody>
          <a:bodyPr>
            <a:normAutofit/>
          </a:bodyPr>
          <a:lstStyle>
            <a:lvl1pPr algn="l">
              <a:defRPr sz="1200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65" name="テキスト プレースホルダー 12"/>
          <p:cNvSpPr>
            <a:spLocks noGrp="1"/>
          </p:cNvSpPr>
          <p:nvPr>
            <p:ph type="body" sz="quarter" idx="23" hasCustomPrompt="1"/>
          </p:nvPr>
        </p:nvSpPr>
        <p:spPr>
          <a:xfrm>
            <a:off x="8846794" y="4615210"/>
            <a:ext cx="2833731" cy="498098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66" name="正方形/長方形 65"/>
          <p:cNvSpPr/>
          <p:nvPr userDrawn="1"/>
        </p:nvSpPr>
        <p:spPr>
          <a:xfrm>
            <a:off x="8903946" y="5087292"/>
            <a:ext cx="1218599" cy="4801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 sz="1200"/>
          </a:p>
        </p:txBody>
      </p:sp>
      <p:sp>
        <p:nvSpPr>
          <p:cNvPr id="67" name="円/楕円 4"/>
          <p:cNvSpPr/>
          <p:nvPr userDrawn="1"/>
        </p:nvSpPr>
        <p:spPr>
          <a:xfrm>
            <a:off x="3564308" y="4908534"/>
            <a:ext cx="757677" cy="758880"/>
          </a:xfrm>
          <a:prstGeom prst="rect">
            <a:avLst/>
          </a:prstGeom>
          <a:solidFill>
            <a:schemeClr val="accent5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68" name="図プレースホルダー 25"/>
          <p:cNvSpPr>
            <a:spLocks noGrp="1"/>
          </p:cNvSpPr>
          <p:nvPr>
            <p:ph type="pic" sz="quarter" idx="24" hasCustomPrompt="1"/>
          </p:nvPr>
        </p:nvSpPr>
        <p:spPr>
          <a:xfrm>
            <a:off x="3733145" y="5077941"/>
            <a:ext cx="420000" cy="420065"/>
          </a:xfrm>
        </p:spPr>
        <p:txBody>
          <a:bodyPr>
            <a:normAutofit/>
          </a:bodyPr>
          <a:lstStyle>
            <a:lvl1pPr>
              <a:defRPr sz="933"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Icon</a:t>
            </a:r>
            <a:endParaRPr kumimoji="1" lang="ja-JP" altLang="en-US"/>
          </a:p>
        </p:txBody>
      </p:sp>
      <p:sp>
        <p:nvSpPr>
          <p:cNvPr id="69" name="テキスト プレースホルダー 12"/>
          <p:cNvSpPr>
            <a:spLocks noGrp="1"/>
          </p:cNvSpPr>
          <p:nvPr>
            <p:ph type="body" sz="quarter" idx="25" hasCustomPrompt="1"/>
          </p:nvPr>
        </p:nvSpPr>
        <p:spPr>
          <a:xfrm>
            <a:off x="544151" y="5172805"/>
            <a:ext cx="2833731" cy="730957"/>
          </a:xfrm>
        </p:spPr>
        <p:txBody>
          <a:bodyPr>
            <a:normAutofit/>
          </a:bodyPr>
          <a:lstStyle>
            <a:lvl1pPr algn="r">
              <a:defRPr sz="1200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70" name="テキスト プレースホルダー 12"/>
          <p:cNvSpPr>
            <a:spLocks noGrp="1"/>
          </p:cNvSpPr>
          <p:nvPr>
            <p:ph type="body" sz="quarter" idx="26" hasCustomPrompt="1"/>
          </p:nvPr>
        </p:nvSpPr>
        <p:spPr>
          <a:xfrm>
            <a:off x="544151" y="4617951"/>
            <a:ext cx="2833731" cy="498098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71" name="正方形/長方形 70"/>
          <p:cNvSpPr/>
          <p:nvPr userDrawn="1"/>
        </p:nvSpPr>
        <p:spPr>
          <a:xfrm>
            <a:off x="2092605" y="5090032"/>
            <a:ext cx="1218599" cy="480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3648087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750"/>
                            </p:stCondLst>
                            <p:childTnLst>
                              <p:par>
                                <p:cTn id="1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25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750"/>
                            </p:stCondLst>
                            <p:childTnLst>
                              <p:par>
                                <p:cTn id="3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0"/>
                            </p:stCondLst>
                            <p:childTnLst>
                              <p:par>
                                <p:cTn id="54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7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250"/>
                            </p:stCondLst>
                            <p:childTnLst>
                              <p:par>
                                <p:cTn id="6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750"/>
                            </p:stCondLst>
                            <p:childTnLst>
                              <p:par>
                                <p:cTn id="7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6250"/>
                            </p:stCondLst>
                            <p:childTnLst>
                              <p:par>
                                <p:cTn id="7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7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7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7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7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7000"/>
                            </p:stCondLst>
                            <p:childTnLst>
                              <p:par>
                                <p:cTn id="8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7500"/>
                            </p:stCondLst>
                            <p:childTnLst>
                              <p:par>
                                <p:cTn id="9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8000"/>
                            </p:stCondLst>
                            <p:childTnLst>
                              <p:par>
                                <p:cTn id="98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7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7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8750"/>
                            </p:stCondLst>
                            <p:childTnLst>
                              <p:par>
                                <p:cTn id="107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9250"/>
                            </p:stCondLst>
                            <p:childTnLst>
                              <p:par>
                                <p:cTn id="11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animBg="1"/>
      <p:bldP spid="37" grpId="0" animBg="1"/>
      <p:bldP spid="38" grpId="0"/>
      <p:bldP spid="39" grpId="0" animBg="1"/>
      <p:bldP spid="40" grpId="0"/>
      <p:bldP spid="43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0" animBg="1"/>
      <p:bldP spid="46" grpId="0" animBg="1"/>
      <p:bldP spid="47" grpId="0"/>
      <p:bldP spid="48" grpId="0">
        <p:tmplLst>
          <p:tmpl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4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1" grpId="0" animBg="1"/>
      <p:bldP spid="62" grpId="0" animBg="1"/>
      <p:bldP spid="63" grpId="0"/>
      <p:bldP spid="64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5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6" grpId="0" animBg="1"/>
      <p:bldP spid="67" grpId="0" animBg="1"/>
      <p:bldP spid="68" grpId="0"/>
      <p:bldP spid="69" grpId="0">
        <p:tmplLst>
          <p:tmpl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6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0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1" grpId="0" animBg="1"/>
    </p:bldLst>
  </p:timing>
  <p:extLst>
    <p:ext uri="{DCECCB84-F9BA-43D5-87BE-67443E8EF086}">
      <p15:sldGuideLst xmlns:p15="http://schemas.microsoft.com/office/powerpoint/2012/main">
        <p15:guide id="1" orient="horz" pos="3194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&amp; 5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/>
              <a:t>Slide Title Goes Here</a:t>
            </a:r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6358653" y="1492712"/>
            <a:ext cx="5236447" cy="754726"/>
          </a:xfrm>
        </p:spPr>
        <p:txBody>
          <a:bodyPr anchor="ctr">
            <a:normAutofit/>
          </a:bodyPr>
          <a:lstStyle>
            <a:lvl1pPr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18" name="円/楕円 4"/>
          <p:cNvSpPr/>
          <p:nvPr userDrawn="1"/>
        </p:nvSpPr>
        <p:spPr>
          <a:xfrm>
            <a:off x="5478376" y="1488558"/>
            <a:ext cx="757677" cy="758880"/>
          </a:xfrm>
          <a:prstGeom prst="rect">
            <a:avLst/>
          </a:prstGeom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9" name="テキスト ボックス 18"/>
          <p:cNvSpPr txBox="1"/>
          <p:nvPr userDrawn="1"/>
        </p:nvSpPr>
        <p:spPr>
          <a:xfrm>
            <a:off x="5560750" y="1631998"/>
            <a:ext cx="592929" cy="50276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en-US" altLang="ja-JP" sz="2667">
                <a:solidFill>
                  <a:schemeClr val="bg1"/>
                </a:solidFill>
              </a:rPr>
              <a:t>01</a:t>
            </a:r>
            <a:endParaRPr kumimoji="1" lang="ja-JP" altLang="en-US" sz="2667">
              <a:solidFill>
                <a:schemeClr val="bg1"/>
              </a:solidFill>
            </a:endParaRPr>
          </a:p>
        </p:txBody>
      </p:sp>
      <p:sp>
        <p:nvSpPr>
          <p:cNvPr id="20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6358653" y="2430408"/>
            <a:ext cx="5236447" cy="754726"/>
          </a:xfrm>
        </p:spPr>
        <p:txBody>
          <a:bodyPr anchor="ctr">
            <a:normAutofit/>
          </a:bodyPr>
          <a:lstStyle>
            <a:lvl1pPr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21" name="円/楕円 4"/>
          <p:cNvSpPr/>
          <p:nvPr userDrawn="1"/>
        </p:nvSpPr>
        <p:spPr>
          <a:xfrm>
            <a:off x="5478376" y="2426254"/>
            <a:ext cx="757677" cy="758880"/>
          </a:xfrm>
          <a:prstGeom prst="rect">
            <a:avLst/>
          </a:prstGeom>
          <a:solidFill>
            <a:schemeClr val="accent2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22" name="テキスト ボックス 21"/>
          <p:cNvSpPr txBox="1"/>
          <p:nvPr userDrawn="1"/>
        </p:nvSpPr>
        <p:spPr>
          <a:xfrm>
            <a:off x="5560750" y="2569695"/>
            <a:ext cx="592929" cy="50276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en-US" altLang="ja-JP" sz="2667">
                <a:solidFill>
                  <a:schemeClr val="bg1"/>
                </a:solidFill>
              </a:rPr>
              <a:t>02</a:t>
            </a:r>
            <a:endParaRPr kumimoji="1" lang="ja-JP" altLang="en-US" sz="2667">
              <a:solidFill>
                <a:schemeClr val="bg1"/>
              </a:solidFill>
            </a:endParaRPr>
          </a:p>
        </p:txBody>
      </p:sp>
      <p:sp>
        <p:nvSpPr>
          <p:cNvPr id="23" name="テキスト プレースホルダー 12"/>
          <p:cNvSpPr>
            <a:spLocks noGrp="1"/>
          </p:cNvSpPr>
          <p:nvPr>
            <p:ph type="body" sz="quarter" idx="14" hasCustomPrompt="1"/>
          </p:nvPr>
        </p:nvSpPr>
        <p:spPr>
          <a:xfrm>
            <a:off x="6358653" y="3368105"/>
            <a:ext cx="5236447" cy="754726"/>
          </a:xfrm>
        </p:spPr>
        <p:txBody>
          <a:bodyPr anchor="ctr">
            <a:normAutofit/>
          </a:bodyPr>
          <a:lstStyle>
            <a:lvl1pPr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24" name="円/楕円 4"/>
          <p:cNvSpPr/>
          <p:nvPr userDrawn="1"/>
        </p:nvSpPr>
        <p:spPr>
          <a:xfrm>
            <a:off x="5478376" y="3363951"/>
            <a:ext cx="757677" cy="758880"/>
          </a:xfrm>
          <a:prstGeom prst="rect">
            <a:avLst/>
          </a:prstGeom>
          <a:solidFill>
            <a:schemeClr val="accent3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25" name="テキスト ボックス 24"/>
          <p:cNvSpPr txBox="1"/>
          <p:nvPr userDrawn="1"/>
        </p:nvSpPr>
        <p:spPr>
          <a:xfrm>
            <a:off x="5560750" y="3507392"/>
            <a:ext cx="592929" cy="50276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en-US" altLang="ja-JP" sz="2667">
                <a:solidFill>
                  <a:schemeClr val="bg1"/>
                </a:solidFill>
              </a:rPr>
              <a:t>03</a:t>
            </a:r>
            <a:endParaRPr kumimoji="1" lang="ja-JP" altLang="en-US" sz="2667">
              <a:solidFill>
                <a:schemeClr val="bg1"/>
              </a:solidFill>
            </a:endParaRPr>
          </a:p>
        </p:txBody>
      </p:sp>
      <p:sp>
        <p:nvSpPr>
          <p:cNvPr id="26" name="テキスト プレースホルダー 12"/>
          <p:cNvSpPr>
            <a:spLocks noGrp="1"/>
          </p:cNvSpPr>
          <p:nvPr>
            <p:ph type="body" sz="quarter" idx="15" hasCustomPrompt="1"/>
          </p:nvPr>
        </p:nvSpPr>
        <p:spPr>
          <a:xfrm>
            <a:off x="6358653" y="4305801"/>
            <a:ext cx="5236447" cy="754726"/>
          </a:xfrm>
        </p:spPr>
        <p:txBody>
          <a:bodyPr anchor="ctr">
            <a:normAutofit/>
          </a:bodyPr>
          <a:lstStyle>
            <a:lvl1pPr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27" name="円/楕円 4"/>
          <p:cNvSpPr/>
          <p:nvPr userDrawn="1"/>
        </p:nvSpPr>
        <p:spPr>
          <a:xfrm>
            <a:off x="5478376" y="4301647"/>
            <a:ext cx="757677" cy="758880"/>
          </a:xfrm>
          <a:prstGeom prst="rect">
            <a:avLst/>
          </a:prstGeom>
          <a:solidFill>
            <a:schemeClr val="accent4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28" name="テキスト ボックス 27"/>
          <p:cNvSpPr txBox="1"/>
          <p:nvPr userDrawn="1"/>
        </p:nvSpPr>
        <p:spPr>
          <a:xfrm>
            <a:off x="5560750" y="4445088"/>
            <a:ext cx="592929" cy="50276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en-US" altLang="ja-JP" sz="2667">
                <a:solidFill>
                  <a:schemeClr val="bg1"/>
                </a:solidFill>
              </a:rPr>
              <a:t>04</a:t>
            </a:r>
            <a:endParaRPr kumimoji="1" lang="ja-JP" altLang="en-US" sz="2667">
              <a:solidFill>
                <a:schemeClr val="bg1"/>
              </a:solidFill>
            </a:endParaRPr>
          </a:p>
        </p:txBody>
      </p:sp>
      <p:sp>
        <p:nvSpPr>
          <p:cNvPr id="29" name="テキスト プレースホルダー 12"/>
          <p:cNvSpPr>
            <a:spLocks noGrp="1"/>
          </p:cNvSpPr>
          <p:nvPr>
            <p:ph type="body" sz="quarter" idx="16" hasCustomPrompt="1"/>
          </p:nvPr>
        </p:nvSpPr>
        <p:spPr>
          <a:xfrm>
            <a:off x="6358653" y="5243497"/>
            <a:ext cx="5236447" cy="754726"/>
          </a:xfrm>
        </p:spPr>
        <p:txBody>
          <a:bodyPr anchor="ctr">
            <a:normAutofit/>
          </a:bodyPr>
          <a:lstStyle>
            <a:lvl1pPr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30" name="円/楕円 4"/>
          <p:cNvSpPr/>
          <p:nvPr userDrawn="1"/>
        </p:nvSpPr>
        <p:spPr>
          <a:xfrm>
            <a:off x="5478376" y="5239343"/>
            <a:ext cx="757677" cy="758880"/>
          </a:xfrm>
          <a:prstGeom prst="rect">
            <a:avLst/>
          </a:prstGeom>
          <a:solidFill>
            <a:schemeClr val="accent5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31" name="テキスト ボックス 30"/>
          <p:cNvSpPr txBox="1"/>
          <p:nvPr userDrawn="1"/>
        </p:nvSpPr>
        <p:spPr>
          <a:xfrm>
            <a:off x="5560750" y="5382784"/>
            <a:ext cx="592929" cy="50276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en-US" altLang="ja-JP" sz="2667">
                <a:solidFill>
                  <a:schemeClr val="bg1"/>
                </a:solidFill>
              </a:rPr>
              <a:t>05</a:t>
            </a:r>
            <a:endParaRPr kumimoji="1" lang="ja-JP" altLang="en-US" sz="2667">
              <a:solidFill>
                <a:schemeClr val="bg1"/>
              </a:solidFill>
            </a:endParaRPr>
          </a:p>
        </p:txBody>
      </p:sp>
      <p:sp>
        <p:nvSpPr>
          <p:cNvPr id="32" name="テキスト プレースホルダー 12"/>
          <p:cNvSpPr>
            <a:spLocks noGrp="1"/>
          </p:cNvSpPr>
          <p:nvPr>
            <p:ph type="body" sz="quarter" idx="24" hasCustomPrompt="1"/>
          </p:nvPr>
        </p:nvSpPr>
        <p:spPr>
          <a:xfrm>
            <a:off x="539262" y="1477060"/>
            <a:ext cx="4501662" cy="4521162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933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8009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900"/>
                            </p:stCondLst>
                            <p:childTnLst>
                              <p:par>
                                <p:cTn id="10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725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225"/>
                            </p:stCondLst>
                            <p:childTnLst>
                              <p:par>
                                <p:cTn id="2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5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50"/>
                            </p:stCondLst>
                            <p:childTnLst>
                              <p:par>
                                <p:cTn id="3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375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875"/>
                            </p:stCondLst>
                            <p:childTnLst>
                              <p:par>
                                <p:cTn id="4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7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6200"/>
                            </p:stCondLst>
                            <p:childTnLst>
                              <p:par>
                                <p:cTn id="6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7025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animBg="1"/>
      <p:bldP spid="19" grpId="0"/>
      <p:bldP spid="20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animBg="1"/>
      <p:bldP spid="22" grpId="0"/>
      <p:bldP spid="23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animBg="1"/>
      <p:bldP spid="25" grpId="0"/>
      <p:bldP spid="26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animBg="1"/>
      <p:bldP spid="28" grpId="0"/>
      <p:bldP spid="29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animBg="1"/>
      <p:bldP spid="31" grpId="0"/>
      <p:bldP spid="3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Ar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フリーフォーム 41"/>
          <p:cNvSpPr/>
          <p:nvPr userDrawn="1"/>
        </p:nvSpPr>
        <p:spPr>
          <a:xfrm rot="2700000">
            <a:off x="4528574" y="1099848"/>
            <a:ext cx="1697453" cy="1525414"/>
          </a:xfrm>
          <a:custGeom>
            <a:avLst/>
            <a:gdLst>
              <a:gd name="connsiteX0" fmla="*/ 1555422 w 5190503"/>
              <a:gd name="connsiteY0" fmla="*/ 742950 h 4665160"/>
              <a:gd name="connsiteX1" fmla="*/ 2298372 w 5190503"/>
              <a:gd name="connsiteY1" fmla="*/ 0 h 4665160"/>
              <a:gd name="connsiteX2" fmla="*/ 5190503 w 5190503"/>
              <a:gd name="connsiteY2" fmla="*/ 0 h 4665160"/>
              <a:gd name="connsiteX3" fmla="*/ 4465431 w 5190503"/>
              <a:gd name="connsiteY3" fmla="*/ 725072 h 4665160"/>
              <a:gd name="connsiteX4" fmla="*/ 4465432 w 5190503"/>
              <a:gd name="connsiteY4" fmla="*/ 725073 h 4665160"/>
              <a:gd name="connsiteX5" fmla="*/ 525345 w 5190503"/>
              <a:gd name="connsiteY5" fmla="*/ 4665160 h 4665160"/>
              <a:gd name="connsiteX6" fmla="*/ 0 w 5190503"/>
              <a:gd name="connsiteY6" fmla="*/ 4139815 h 4665160"/>
              <a:gd name="connsiteX7" fmla="*/ 3396865 w 5190503"/>
              <a:gd name="connsiteY7" fmla="*/ 742950 h 4665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90503" h="4665160">
                <a:moveTo>
                  <a:pt x="1555422" y="742950"/>
                </a:moveTo>
                <a:lnTo>
                  <a:pt x="2298372" y="0"/>
                </a:lnTo>
                <a:lnTo>
                  <a:pt x="5190503" y="0"/>
                </a:lnTo>
                <a:lnTo>
                  <a:pt x="4465431" y="725072"/>
                </a:lnTo>
                <a:lnTo>
                  <a:pt x="4465432" y="725073"/>
                </a:lnTo>
                <a:lnTo>
                  <a:pt x="525345" y="4665160"/>
                </a:lnTo>
                <a:lnTo>
                  <a:pt x="0" y="4139815"/>
                </a:lnTo>
                <a:lnTo>
                  <a:pt x="3396865" y="74295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41" name="フリーフォーム 40"/>
          <p:cNvSpPr/>
          <p:nvPr userDrawn="1"/>
        </p:nvSpPr>
        <p:spPr>
          <a:xfrm rot="2700000">
            <a:off x="1419034" y="3148228"/>
            <a:ext cx="1697453" cy="1525414"/>
          </a:xfrm>
          <a:custGeom>
            <a:avLst/>
            <a:gdLst>
              <a:gd name="connsiteX0" fmla="*/ 1555422 w 5190503"/>
              <a:gd name="connsiteY0" fmla="*/ 742950 h 4665160"/>
              <a:gd name="connsiteX1" fmla="*/ 2298372 w 5190503"/>
              <a:gd name="connsiteY1" fmla="*/ 0 h 4665160"/>
              <a:gd name="connsiteX2" fmla="*/ 5190503 w 5190503"/>
              <a:gd name="connsiteY2" fmla="*/ 0 h 4665160"/>
              <a:gd name="connsiteX3" fmla="*/ 4465431 w 5190503"/>
              <a:gd name="connsiteY3" fmla="*/ 725072 h 4665160"/>
              <a:gd name="connsiteX4" fmla="*/ 4465432 w 5190503"/>
              <a:gd name="connsiteY4" fmla="*/ 725073 h 4665160"/>
              <a:gd name="connsiteX5" fmla="*/ 525345 w 5190503"/>
              <a:gd name="connsiteY5" fmla="*/ 4665160 h 4665160"/>
              <a:gd name="connsiteX6" fmla="*/ 0 w 5190503"/>
              <a:gd name="connsiteY6" fmla="*/ 4139815 h 4665160"/>
              <a:gd name="connsiteX7" fmla="*/ 3396865 w 5190503"/>
              <a:gd name="connsiteY7" fmla="*/ 742950 h 4665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90503" h="4665160">
                <a:moveTo>
                  <a:pt x="1555422" y="742950"/>
                </a:moveTo>
                <a:lnTo>
                  <a:pt x="2298372" y="0"/>
                </a:lnTo>
                <a:lnTo>
                  <a:pt x="5190503" y="0"/>
                </a:lnTo>
                <a:lnTo>
                  <a:pt x="4465431" y="725072"/>
                </a:lnTo>
                <a:lnTo>
                  <a:pt x="4465432" y="725073"/>
                </a:lnTo>
                <a:lnTo>
                  <a:pt x="525345" y="4665160"/>
                </a:lnTo>
                <a:lnTo>
                  <a:pt x="0" y="4139815"/>
                </a:lnTo>
                <a:lnTo>
                  <a:pt x="3396865" y="74295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43" name="フリーフォーム 42"/>
          <p:cNvSpPr/>
          <p:nvPr userDrawn="1"/>
        </p:nvSpPr>
        <p:spPr>
          <a:xfrm rot="2700000">
            <a:off x="8244701" y="2059820"/>
            <a:ext cx="1697453" cy="1525414"/>
          </a:xfrm>
          <a:custGeom>
            <a:avLst/>
            <a:gdLst>
              <a:gd name="connsiteX0" fmla="*/ 1555422 w 5190503"/>
              <a:gd name="connsiteY0" fmla="*/ 742950 h 4665160"/>
              <a:gd name="connsiteX1" fmla="*/ 2298372 w 5190503"/>
              <a:gd name="connsiteY1" fmla="*/ 0 h 4665160"/>
              <a:gd name="connsiteX2" fmla="*/ 5190503 w 5190503"/>
              <a:gd name="connsiteY2" fmla="*/ 0 h 4665160"/>
              <a:gd name="connsiteX3" fmla="*/ 4465431 w 5190503"/>
              <a:gd name="connsiteY3" fmla="*/ 725072 h 4665160"/>
              <a:gd name="connsiteX4" fmla="*/ 4465432 w 5190503"/>
              <a:gd name="connsiteY4" fmla="*/ 725073 h 4665160"/>
              <a:gd name="connsiteX5" fmla="*/ 525345 w 5190503"/>
              <a:gd name="connsiteY5" fmla="*/ 4665160 h 4665160"/>
              <a:gd name="connsiteX6" fmla="*/ 0 w 5190503"/>
              <a:gd name="connsiteY6" fmla="*/ 4139815 h 4665160"/>
              <a:gd name="connsiteX7" fmla="*/ 3396865 w 5190503"/>
              <a:gd name="connsiteY7" fmla="*/ 742950 h 4665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90503" h="4665160">
                <a:moveTo>
                  <a:pt x="1555422" y="742950"/>
                </a:moveTo>
                <a:lnTo>
                  <a:pt x="2298372" y="0"/>
                </a:lnTo>
                <a:lnTo>
                  <a:pt x="5190503" y="0"/>
                </a:lnTo>
                <a:lnTo>
                  <a:pt x="4465431" y="725072"/>
                </a:lnTo>
                <a:lnTo>
                  <a:pt x="4465432" y="725073"/>
                </a:lnTo>
                <a:lnTo>
                  <a:pt x="525345" y="4665160"/>
                </a:lnTo>
                <a:lnTo>
                  <a:pt x="0" y="4139815"/>
                </a:lnTo>
                <a:lnTo>
                  <a:pt x="3396865" y="74295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44" name="フリーフォーム 43"/>
          <p:cNvSpPr/>
          <p:nvPr userDrawn="1"/>
        </p:nvSpPr>
        <p:spPr>
          <a:xfrm rot="2700000">
            <a:off x="4130050" y="4087219"/>
            <a:ext cx="1697453" cy="1525414"/>
          </a:xfrm>
          <a:custGeom>
            <a:avLst/>
            <a:gdLst>
              <a:gd name="connsiteX0" fmla="*/ 1555422 w 5190503"/>
              <a:gd name="connsiteY0" fmla="*/ 742950 h 4665160"/>
              <a:gd name="connsiteX1" fmla="*/ 2298372 w 5190503"/>
              <a:gd name="connsiteY1" fmla="*/ 0 h 4665160"/>
              <a:gd name="connsiteX2" fmla="*/ 5190503 w 5190503"/>
              <a:gd name="connsiteY2" fmla="*/ 0 h 4665160"/>
              <a:gd name="connsiteX3" fmla="*/ 4465431 w 5190503"/>
              <a:gd name="connsiteY3" fmla="*/ 725072 h 4665160"/>
              <a:gd name="connsiteX4" fmla="*/ 4465432 w 5190503"/>
              <a:gd name="connsiteY4" fmla="*/ 725073 h 4665160"/>
              <a:gd name="connsiteX5" fmla="*/ 525345 w 5190503"/>
              <a:gd name="connsiteY5" fmla="*/ 4665160 h 4665160"/>
              <a:gd name="connsiteX6" fmla="*/ 0 w 5190503"/>
              <a:gd name="connsiteY6" fmla="*/ 4139815 h 4665160"/>
              <a:gd name="connsiteX7" fmla="*/ 3396865 w 5190503"/>
              <a:gd name="connsiteY7" fmla="*/ 742950 h 4665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90503" h="4665160">
                <a:moveTo>
                  <a:pt x="1555422" y="742950"/>
                </a:moveTo>
                <a:lnTo>
                  <a:pt x="2298372" y="0"/>
                </a:lnTo>
                <a:lnTo>
                  <a:pt x="5190503" y="0"/>
                </a:lnTo>
                <a:lnTo>
                  <a:pt x="4465431" y="725072"/>
                </a:lnTo>
                <a:lnTo>
                  <a:pt x="4465432" y="725073"/>
                </a:lnTo>
                <a:lnTo>
                  <a:pt x="525345" y="4665160"/>
                </a:lnTo>
                <a:lnTo>
                  <a:pt x="0" y="4139815"/>
                </a:lnTo>
                <a:lnTo>
                  <a:pt x="3396865" y="74295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grpSp>
        <p:nvGrpSpPr>
          <p:cNvPr id="7" name="グループ化 6"/>
          <p:cNvGrpSpPr/>
          <p:nvPr userDrawn="1"/>
        </p:nvGrpSpPr>
        <p:grpSpPr>
          <a:xfrm>
            <a:off x="2217946" y="984610"/>
            <a:ext cx="3670761" cy="3460869"/>
            <a:chOff x="3326919" y="1476686"/>
            <a:chExt cx="5506142" cy="5190503"/>
          </a:xfrm>
        </p:grpSpPr>
        <p:sp>
          <p:nvSpPr>
            <p:cNvPr id="38" name="フリーフォーム 37"/>
            <p:cNvSpPr/>
            <p:nvPr userDrawn="1"/>
          </p:nvSpPr>
          <p:spPr>
            <a:xfrm rot="2700000">
              <a:off x="3064247" y="1739358"/>
              <a:ext cx="5190503" cy="4665160"/>
            </a:xfrm>
            <a:custGeom>
              <a:avLst/>
              <a:gdLst>
                <a:gd name="connsiteX0" fmla="*/ 1555422 w 5190503"/>
                <a:gd name="connsiteY0" fmla="*/ 742950 h 4665160"/>
                <a:gd name="connsiteX1" fmla="*/ 2298372 w 5190503"/>
                <a:gd name="connsiteY1" fmla="*/ 0 h 4665160"/>
                <a:gd name="connsiteX2" fmla="*/ 5190503 w 5190503"/>
                <a:gd name="connsiteY2" fmla="*/ 0 h 4665160"/>
                <a:gd name="connsiteX3" fmla="*/ 4465431 w 5190503"/>
                <a:gd name="connsiteY3" fmla="*/ 725072 h 4665160"/>
                <a:gd name="connsiteX4" fmla="*/ 4465432 w 5190503"/>
                <a:gd name="connsiteY4" fmla="*/ 725073 h 4665160"/>
                <a:gd name="connsiteX5" fmla="*/ 525345 w 5190503"/>
                <a:gd name="connsiteY5" fmla="*/ 4665160 h 4665160"/>
                <a:gd name="connsiteX6" fmla="*/ 0 w 5190503"/>
                <a:gd name="connsiteY6" fmla="*/ 4139815 h 4665160"/>
                <a:gd name="connsiteX7" fmla="*/ 3396865 w 5190503"/>
                <a:gd name="connsiteY7" fmla="*/ 742950 h 4665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90503" h="4665160">
                  <a:moveTo>
                    <a:pt x="1555422" y="742950"/>
                  </a:moveTo>
                  <a:lnTo>
                    <a:pt x="2298372" y="0"/>
                  </a:lnTo>
                  <a:lnTo>
                    <a:pt x="5190503" y="0"/>
                  </a:lnTo>
                  <a:lnTo>
                    <a:pt x="4465431" y="725072"/>
                  </a:lnTo>
                  <a:lnTo>
                    <a:pt x="4465432" y="725073"/>
                  </a:lnTo>
                  <a:lnTo>
                    <a:pt x="525345" y="4665160"/>
                  </a:lnTo>
                  <a:lnTo>
                    <a:pt x="0" y="4139815"/>
                  </a:lnTo>
                  <a:lnTo>
                    <a:pt x="3396865" y="74295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6" name="テキスト ボックス 5"/>
            <p:cNvSpPr txBox="1"/>
            <p:nvPr userDrawn="1"/>
          </p:nvSpPr>
          <p:spPr>
            <a:xfrm>
              <a:off x="7599069" y="3510120"/>
              <a:ext cx="1233992" cy="11539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4400">
                  <a:solidFill>
                    <a:schemeClr val="bg1"/>
                  </a:solidFill>
                </a:rPr>
                <a:t>01</a:t>
              </a:r>
              <a:endParaRPr kumimoji="1" lang="ja-JP" altLang="en-US" sz="4400">
                <a:solidFill>
                  <a:schemeClr val="bg1"/>
                </a:solidFill>
              </a:endParaRPr>
            </a:p>
          </p:txBody>
        </p:sp>
      </p:grp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/>
              <a:t>Slide Title Goes Here</a:t>
            </a:r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5" name="テキスト プレースホルダー 12"/>
          <p:cNvSpPr>
            <a:spLocks noGrp="1"/>
          </p:cNvSpPr>
          <p:nvPr>
            <p:ph type="body" sz="quarter" idx="14" hasCustomPrompt="1"/>
          </p:nvPr>
        </p:nvSpPr>
        <p:spPr>
          <a:xfrm>
            <a:off x="1800599" y="2321388"/>
            <a:ext cx="3072647" cy="498098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grpSp>
        <p:nvGrpSpPr>
          <p:cNvPr id="8" name="グループ化 7"/>
          <p:cNvGrpSpPr/>
          <p:nvPr userDrawn="1"/>
        </p:nvGrpSpPr>
        <p:grpSpPr>
          <a:xfrm>
            <a:off x="4540948" y="1935669"/>
            <a:ext cx="3705821" cy="3460869"/>
            <a:chOff x="6811422" y="2903055"/>
            <a:chExt cx="5558732" cy="5190503"/>
          </a:xfrm>
        </p:grpSpPr>
        <p:sp>
          <p:nvSpPr>
            <p:cNvPr id="39" name="フリーフォーム 38"/>
            <p:cNvSpPr/>
            <p:nvPr userDrawn="1"/>
          </p:nvSpPr>
          <p:spPr>
            <a:xfrm rot="2700000">
              <a:off x="6548750" y="3165727"/>
              <a:ext cx="5190503" cy="4665160"/>
            </a:xfrm>
            <a:custGeom>
              <a:avLst/>
              <a:gdLst>
                <a:gd name="connsiteX0" fmla="*/ 1555422 w 5190503"/>
                <a:gd name="connsiteY0" fmla="*/ 742950 h 4665160"/>
                <a:gd name="connsiteX1" fmla="*/ 2298372 w 5190503"/>
                <a:gd name="connsiteY1" fmla="*/ 0 h 4665160"/>
                <a:gd name="connsiteX2" fmla="*/ 5190503 w 5190503"/>
                <a:gd name="connsiteY2" fmla="*/ 0 h 4665160"/>
                <a:gd name="connsiteX3" fmla="*/ 4465431 w 5190503"/>
                <a:gd name="connsiteY3" fmla="*/ 725072 h 4665160"/>
                <a:gd name="connsiteX4" fmla="*/ 4465432 w 5190503"/>
                <a:gd name="connsiteY4" fmla="*/ 725073 h 4665160"/>
                <a:gd name="connsiteX5" fmla="*/ 525345 w 5190503"/>
                <a:gd name="connsiteY5" fmla="*/ 4665160 h 4665160"/>
                <a:gd name="connsiteX6" fmla="*/ 0 w 5190503"/>
                <a:gd name="connsiteY6" fmla="*/ 4139815 h 4665160"/>
                <a:gd name="connsiteX7" fmla="*/ 3396865 w 5190503"/>
                <a:gd name="connsiteY7" fmla="*/ 742950 h 4665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90503" h="4665160">
                  <a:moveTo>
                    <a:pt x="1555422" y="742950"/>
                  </a:moveTo>
                  <a:lnTo>
                    <a:pt x="2298372" y="0"/>
                  </a:lnTo>
                  <a:lnTo>
                    <a:pt x="5190503" y="0"/>
                  </a:lnTo>
                  <a:lnTo>
                    <a:pt x="4465431" y="725072"/>
                  </a:lnTo>
                  <a:lnTo>
                    <a:pt x="4465432" y="725073"/>
                  </a:lnTo>
                  <a:lnTo>
                    <a:pt x="525345" y="4665160"/>
                  </a:lnTo>
                  <a:lnTo>
                    <a:pt x="0" y="4139815"/>
                  </a:lnTo>
                  <a:lnTo>
                    <a:pt x="3396865" y="7429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46" name="テキスト ボックス 45"/>
            <p:cNvSpPr txBox="1"/>
            <p:nvPr userDrawn="1"/>
          </p:nvSpPr>
          <p:spPr>
            <a:xfrm>
              <a:off x="11136162" y="4918390"/>
              <a:ext cx="1233992" cy="11539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4400">
                  <a:solidFill>
                    <a:schemeClr val="bg1"/>
                  </a:solidFill>
                </a:rPr>
                <a:t>02</a:t>
              </a:r>
              <a:endParaRPr kumimoji="1" lang="ja-JP" altLang="en-US" sz="4400">
                <a:solidFill>
                  <a:schemeClr val="bg1"/>
                </a:solidFill>
              </a:endParaRPr>
            </a:p>
          </p:txBody>
        </p:sp>
      </p:grpSp>
      <p:sp>
        <p:nvSpPr>
          <p:cNvPr id="49" name="テキスト プレースホルダー 12"/>
          <p:cNvSpPr>
            <a:spLocks noGrp="1"/>
          </p:cNvSpPr>
          <p:nvPr>
            <p:ph type="body" sz="quarter" idx="15" hasCustomPrompt="1"/>
          </p:nvPr>
        </p:nvSpPr>
        <p:spPr>
          <a:xfrm>
            <a:off x="4127388" y="3282142"/>
            <a:ext cx="3072647" cy="498098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grpSp>
        <p:nvGrpSpPr>
          <p:cNvPr id="9" name="グループ化 8"/>
          <p:cNvGrpSpPr/>
          <p:nvPr userDrawn="1"/>
        </p:nvGrpSpPr>
        <p:grpSpPr>
          <a:xfrm>
            <a:off x="6863950" y="2886728"/>
            <a:ext cx="3715558" cy="3460869"/>
            <a:chOff x="10295924" y="4329423"/>
            <a:chExt cx="5573337" cy="5190503"/>
          </a:xfrm>
        </p:grpSpPr>
        <p:sp>
          <p:nvSpPr>
            <p:cNvPr id="40" name="フリーフォーム 39"/>
            <p:cNvSpPr/>
            <p:nvPr userDrawn="1"/>
          </p:nvSpPr>
          <p:spPr>
            <a:xfrm rot="2700000">
              <a:off x="10033252" y="4592095"/>
              <a:ext cx="5190503" cy="4665160"/>
            </a:xfrm>
            <a:custGeom>
              <a:avLst/>
              <a:gdLst>
                <a:gd name="connsiteX0" fmla="*/ 1555422 w 5190503"/>
                <a:gd name="connsiteY0" fmla="*/ 742950 h 4665160"/>
                <a:gd name="connsiteX1" fmla="*/ 2298372 w 5190503"/>
                <a:gd name="connsiteY1" fmla="*/ 0 h 4665160"/>
                <a:gd name="connsiteX2" fmla="*/ 5190503 w 5190503"/>
                <a:gd name="connsiteY2" fmla="*/ 0 h 4665160"/>
                <a:gd name="connsiteX3" fmla="*/ 4465431 w 5190503"/>
                <a:gd name="connsiteY3" fmla="*/ 725072 h 4665160"/>
                <a:gd name="connsiteX4" fmla="*/ 4465432 w 5190503"/>
                <a:gd name="connsiteY4" fmla="*/ 725073 h 4665160"/>
                <a:gd name="connsiteX5" fmla="*/ 525345 w 5190503"/>
                <a:gd name="connsiteY5" fmla="*/ 4665160 h 4665160"/>
                <a:gd name="connsiteX6" fmla="*/ 0 w 5190503"/>
                <a:gd name="connsiteY6" fmla="*/ 4139815 h 4665160"/>
                <a:gd name="connsiteX7" fmla="*/ 3396865 w 5190503"/>
                <a:gd name="connsiteY7" fmla="*/ 742950 h 4665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90503" h="4665160">
                  <a:moveTo>
                    <a:pt x="1555422" y="742950"/>
                  </a:moveTo>
                  <a:lnTo>
                    <a:pt x="2298372" y="0"/>
                  </a:lnTo>
                  <a:lnTo>
                    <a:pt x="5190503" y="0"/>
                  </a:lnTo>
                  <a:lnTo>
                    <a:pt x="4465431" y="725072"/>
                  </a:lnTo>
                  <a:lnTo>
                    <a:pt x="4465432" y="725073"/>
                  </a:lnTo>
                  <a:lnTo>
                    <a:pt x="525345" y="4665160"/>
                  </a:lnTo>
                  <a:lnTo>
                    <a:pt x="0" y="4139815"/>
                  </a:lnTo>
                  <a:lnTo>
                    <a:pt x="3396865" y="7429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48" name="テキスト ボックス 47"/>
            <p:cNvSpPr txBox="1"/>
            <p:nvPr userDrawn="1"/>
          </p:nvSpPr>
          <p:spPr>
            <a:xfrm>
              <a:off x="14635269" y="6375550"/>
              <a:ext cx="1233992" cy="11539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4400">
                  <a:solidFill>
                    <a:schemeClr val="bg1"/>
                  </a:solidFill>
                </a:rPr>
                <a:t>03</a:t>
              </a:r>
              <a:endParaRPr kumimoji="1" lang="ja-JP" altLang="en-US" sz="4400">
                <a:solidFill>
                  <a:schemeClr val="bg1"/>
                </a:solidFill>
              </a:endParaRPr>
            </a:p>
          </p:txBody>
        </p:sp>
      </p:grpSp>
      <p:sp>
        <p:nvSpPr>
          <p:cNvPr id="50" name="テキスト プレースホルダー 12"/>
          <p:cNvSpPr>
            <a:spLocks noGrp="1"/>
          </p:cNvSpPr>
          <p:nvPr>
            <p:ph type="body" sz="quarter" idx="16" hasCustomPrompt="1"/>
          </p:nvPr>
        </p:nvSpPr>
        <p:spPr>
          <a:xfrm>
            <a:off x="6451753" y="4220305"/>
            <a:ext cx="3072647" cy="498098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51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2130659" y="5155660"/>
            <a:ext cx="7930683" cy="1015419"/>
          </a:xfrm>
        </p:spPr>
        <p:txBody>
          <a:bodyPr anchor="ctr">
            <a:normAutofit/>
          </a:bodyPr>
          <a:lstStyle>
            <a:lvl1pPr algn="ctr">
              <a:spcBef>
                <a:spcPts val="0"/>
              </a:spcBef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2784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1" grpId="0" animBg="1"/>
      <p:bldP spid="43" grpId="0" animBg="1"/>
      <p:bldP spid="44" grpId="0" animBg="1"/>
      <p:bldP spid="45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0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1" grpId="0">
        <p:tmplLst>
          <p:tmpl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Arrows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フリーフォーム 32"/>
          <p:cNvSpPr/>
          <p:nvPr userDrawn="1"/>
        </p:nvSpPr>
        <p:spPr>
          <a:xfrm rot="2700000">
            <a:off x="1009085" y="1841145"/>
            <a:ext cx="1697453" cy="1525414"/>
          </a:xfrm>
          <a:custGeom>
            <a:avLst/>
            <a:gdLst>
              <a:gd name="connsiteX0" fmla="*/ 1555422 w 5190503"/>
              <a:gd name="connsiteY0" fmla="*/ 742950 h 4665160"/>
              <a:gd name="connsiteX1" fmla="*/ 2298372 w 5190503"/>
              <a:gd name="connsiteY1" fmla="*/ 0 h 4665160"/>
              <a:gd name="connsiteX2" fmla="*/ 5190503 w 5190503"/>
              <a:gd name="connsiteY2" fmla="*/ 0 h 4665160"/>
              <a:gd name="connsiteX3" fmla="*/ 4465431 w 5190503"/>
              <a:gd name="connsiteY3" fmla="*/ 725072 h 4665160"/>
              <a:gd name="connsiteX4" fmla="*/ 4465432 w 5190503"/>
              <a:gd name="connsiteY4" fmla="*/ 725073 h 4665160"/>
              <a:gd name="connsiteX5" fmla="*/ 525345 w 5190503"/>
              <a:gd name="connsiteY5" fmla="*/ 4665160 h 4665160"/>
              <a:gd name="connsiteX6" fmla="*/ 0 w 5190503"/>
              <a:gd name="connsiteY6" fmla="*/ 4139815 h 4665160"/>
              <a:gd name="connsiteX7" fmla="*/ 3396865 w 5190503"/>
              <a:gd name="connsiteY7" fmla="*/ 742950 h 4665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90503" h="4665160">
                <a:moveTo>
                  <a:pt x="1555422" y="742950"/>
                </a:moveTo>
                <a:lnTo>
                  <a:pt x="2298372" y="0"/>
                </a:lnTo>
                <a:lnTo>
                  <a:pt x="5190503" y="0"/>
                </a:lnTo>
                <a:lnTo>
                  <a:pt x="4465431" y="725072"/>
                </a:lnTo>
                <a:lnTo>
                  <a:pt x="4465432" y="725073"/>
                </a:lnTo>
                <a:lnTo>
                  <a:pt x="525345" y="4665160"/>
                </a:lnTo>
                <a:lnTo>
                  <a:pt x="0" y="4139815"/>
                </a:lnTo>
                <a:lnTo>
                  <a:pt x="3396865" y="74295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grpSp>
        <p:nvGrpSpPr>
          <p:cNvPr id="7" name="グループ化 6"/>
          <p:cNvGrpSpPr/>
          <p:nvPr userDrawn="1"/>
        </p:nvGrpSpPr>
        <p:grpSpPr>
          <a:xfrm>
            <a:off x="1054100" y="2035772"/>
            <a:ext cx="2972151" cy="2753050"/>
            <a:chOff x="3326919" y="1476686"/>
            <a:chExt cx="5604453" cy="5190503"/>
          </a:xfrm>
        </p:grpSpPr>
        <p:sp>
          <p:nvSpPr>
            <p:cNvPr id="38" name="フリーフォーム 37"/>
            <p:cNvSpPr/>
            <p:nvPr userDrawn="1"/>
          </p:nvSpPr>
          <p:spPr>
            <a:xfrm rot="2700000">
              <a:off x="3064247" y="1739358"/>
              <a:ext cx="5190503" cy="4665160"/>
            </a:xfrm>
            <a:custGeom>
              <a:avLst/>
              <a:gdLst>
                <a:gd name="connsiteX0" fmla="*/ 1555422 w 5190503"/>
                <a:gd name="connsiteY0" fmla="*/ 742950 h 4665160"/>
                <a:gd name="connsiteX1" fmla="*/ 2298372 w 5190503"/>
                <a:gd name="connsiteY1" fmla="*/ 0 h 4665160"/>
                <a:gd name="connsiteX2" fmla="*/ 5190503 w 5190503"/>
                <a:gd name="connsiteY2" fmla="*/ 0 h 4665160"/>
                <a:gd name="connsiteX3" fmla="*/ 4465431 w 5190503"/>
                <a:gd name="connsiteY3" fmla="*/ 725072 h 4665160"/>
                <a:gd name="connsiteX4" fmla="*/ 4465432 w 5190503"/>
                <a:gd name="connsiteY4" fmla="*/ 725073 h 4665160"/>
                <a:gd name="connsiteX5" fmla="*/ 525345 w 5190503"/>
                <a:gd name="connsiteY5" fmla="*/ 4665160 h 4665160"/>
                <a:gd name="connsiteX6" fmla="*/ 0 w 5190503"/>
                <a:gd name="connsiteY6" fmla="*/ 4139815 h 4665160"/>
                <a:gd name="connsiteX7" fmla="*/ 3396865 w 5190503"/>
                <a:gd name="connsiteY7" fmla="*/ 742950 h 4665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90503" h="4665160">
                  <a:moveTo>
                    <a:pt x="1555422" y="742950"/>
                  </a:moveTo>
                  <a:lnTo>
                    <a:pt x="2298372" y="0"/>
                  </a:lnTo>
                  <a:lnTo>
                    <a:pt x="5190503" y="0"/>
                  </a:lnTo>
                  <a:lnTo>
                    <a:pt x="4465431" y="725072"/>
                  </a:lnTo>
                  <a:lnTo>
                    <a:pt x="4465432" y="725073"/>
                  </a:lnTo>
                  <a:lnTo>
                    <a:pt x="525345" y="4665160"/>
                  </a:lnTo>
                  <a:lnTo>
                    <a:pt x="0" y="4139815"/>
                  </a:lnTo>
                  <a:lnTo>
                    <a:pt x="3396865" y="74295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6" name="テキスト ボックス 5"/>
            <p:cNvSpPr txBox="1"/>
            <p:nvPr userDrawn="1"/>
          </p:nvSpPr>
          <p:spPr>
            <a:xfrm>
              <a:off x="7380117" y="3291170"/>
              <a:ext cx="1551255" cy="14506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4400">
                  <a:solidFill>
                    <a:schemeClr val="bg1"/>
                  </a:solidFill>
                </a:rPr>
                <a:t>01</a:t>
              </a:r>
              <a:endParaRPr kumimoji="1" lang="ja-JP" altLang="en-US" sz="4400">
                <a:solidFill>
                  <a:schemeClr val="bg1"/>
                </a:solidFill>
              </a:endParaRPr>
            </a:p>
          </p:txBody>
        </p:sp>
      </p:grp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/>
              <a:t>Slide Title Goes Here</a:t>
            </a:r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テキスト プレースホルダー 12"/>
          <p:cNvSpPr>
            <a:spLocks noGrp="1"/>
          </p:cNvSpPr>
          <p:nvPr>
            <p:ph type="body" sz="quarter" idx="14" hasCustomPrompt="1"/>
          </p:nvPr>
        </p:nvSpPr>
        <p:spPr>
          <a:xfrm>
            <a:off x="688824" y="3052647"/>
            <a:ext cx="2470014" cy="498098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6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grpSp>
        <p:nvGrpSpPr>
          <p:cNvPr id="24" name="グループ化 23"/>
          <p:cNvGrpSpPr/>
          <p:nvPr userDrawn="1"/>
        </p:nvGrpSpPr>
        <p:grpSpPr>
          <a:xfrm>
            <a:off x="4749901" y="2051946"/>
            <a:ext cx="2972152" cy="2753050"/>
            <a:chOff x="3326919" y="1476686"/>
            <a:chExt cx="5604454" cy="5190503"/>
          </a:xfrm>
        </p:grpSpPr>
        <p:sp>
          <p:nvSpPr>
            <p:cNvPr id="25" name="フリーフォーム 24"/>
            <p:cNvSpPr/>
            <p:nvPr userDrawn="1"/>
          </p:nvSpPr>
          <p:spPr>
            <a:xfrm rot="2700000">
              <a:off x="3064247" y="1739358"/>
              <a:ext cx="5190503" cy="4665160"/>
            </a:xfrm>
            <a:custGeom>
              <a:avLst/>
              <a:gdLst>
                <a:gd name="connsiteX0" fmla="*/ 1555422 w 5190503"/>
                <a:gd name="connsiteY0" fmla="*/ 742950 h 4665160"/>
                <a:gd name="connsiteX1" fmla="*/ 2298372 w 5190503"/>
                <a:gd name="connsiteY1" fmla="*/ 0 h 4665160"/>
                <a:gd name="connsiteX2" fmla="*/ 5190503 w 5190503"/>
                <a:gd name="connsiteY2" fmla="*/ 0 h 4665160"/>
                <a:gd name="connsiteX3" fmla="*/ 4465431 w 5190503"/>
                <a:gd name="connsiteY3" fmla="*/ 725072 h 4665160"/>
                <a:gd name="connsiteX4" fmla="*/ 4465432 w 5190503"/>
                <a:gd name="connsiteY4" fmla="*/ 725073 h 4665160"/>
                <a:gd name="connsiteX5" fmla="*/ 525345 w 5190503"/>
                <a:gd name="connsiteY5" fmla="*/ 4665160 h 4665160"/>
                <a:gd name="connsiteX6" fmla="*/ 0 w 5190503"/>
                <a:gd name="connsiteY6" fmla="*/ 4139815 h 4665160"/>
                <a:gd name="connsiteX7" fmla="*/ 3396865 w 5190503"/>
                <a:gd name="connsiteY7" fmla="*/ 742950 h 4665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90503" h="4665160">
                  <a:moveTo>
                    <a:pt x="1555422" y="742950"/>
                  </a:moveTo>
                  <a:lnTo>
                    <a:pt x="2298372" y="0"/>
                  </a:lnTo>
                  <a:lnTo>
                    <a:pt x="5190503" y="0"/>
                  </a:lnTo>
                  <a:lnTo>
                    <a:pt x="4465431" y="725072"/>
                  </a:lnTo>
                  <a:lnTo>
                    <a:pt x="4465432" y="725073"/>
                  </a:lnTo>
                  <a:lnTo>
                    <a:pt x="525345" y="4665160"/>
                  </a:lnTo>
                  <a:lnTo>
                    <a:pt x="0" y="4139815"/>
                  </a:lnTo>
                  <a:lnTo>
                    <a:pt x="3396865" y="7429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26" name="テキスト ボックス 25"/>
            <p:cNvSpPr txBox="1"/>
            <p:nvPr userDrawn="1"/>
          </p:nvSpPr>
          <p:spPr>
            <a:xfrm>
              <a:off x="7380118" y="3291170"/>
              <a:ext cx="1551255" cy="14506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4400">
                  <a:solidFill>
                    <a:schemeClr val="bg1"/>
                  </a:solidFill>
                </a:rPr>
                <a:t>02</a:t>
              </a:r>
              <a:endParaRPr kumimoji="1" lang="ja-JP" altLang="en-US" sz="4400">
                <a:solidFill>
                  <a:schemeClr val="bg1"/>
                </a:solidFill>
              </a:endParaRPr>
            </a:p>
          </p:txBody>
        </p:sp>
      </p:grpSp>
      <p:sp>
        <p:nvSpPr>
          <p:cNvPr id="27" name="テキスト プレースホルダー 12"/>
          <p:cNvSpPr>
            <a:spLocks noGrp="1"/>
          </p:cNvSpPr>
          <p:nvPr>
            <p:ph type="body" sz="quarter" idx="15" hasCustomPrompt="1"/>
          </p:nvPr>
        </p:nvSpPr>
        <p:spPr>
          <a:xfrm>
            <a:off x="4384625" y="3068821"/>
            <a:ext cx="2470014" cy="498098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6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grpSp>
        <p:nvGrpSpPr>
          <p:cNvPr id="28" name="グループ化 27"/>
          <p:cNvGrpSpPr/>
          <p:nvPr userDrawn="1"/>
        </p:nvGrpSpPr>
        <p:grpSpPr>
          <a:xfrm>
            <a:off x="8445703" y="2051946"/>
            <a:ext cx="2972151" cy="2753050"/>
            <a:chOff x="3326919" y="1476686"/>
            <a:chExt cx="5604453" cy="5190503"/>
          </a:xfrm>
        </p:grpSpPr>
        <p:sp>
          <p:nvSpPr>
            <p:cNvPr id="29" name="フリーフォーム 28"/>
            <p:cNvSpPr/>
            <p:nvPr userDrawn="1"/>
          </p:nvSpPr>
          <p:spPr>
            <a:xfrm rot="2700000">
              <a:off x="3064247" y="1739358"/>
              <a:ext cx="5190503" cy="4665160"/>
            </a:xfrm>
            <a:custGeom>
              <a:avLst/>
              <a:gdLst>
                <a:gd name="connsiteX0" fmla="*/ 1555422 w 5190503"/>
                <a:gd name="connsiteY0" fmla="*/ 742950 h 4665160"/>
                <a:gd name="connsiteX1" fmla="*/ 2298372 w 5190503"/>
                <a:gd name="connsiteY1" fmla="*/ 0 h 4665160"/>
                <a:gd name="connsiteX2" fmla="*/ 5190503 w 5190503"/>
                <a:gd name="connsiteY2" fmla="*/ 0 h 4665160"/>
                <a:gd name="connsiteX3" fmla="*/ 4465431 w 5190503"/>
                <a:gd name="connsiteY3" fmla="*/ 725072 h 4665160"/>
                <a:gd name="connsiteX4" fmla="*/ 4465432 w 5190503"/>
                <a:gd name="connsiteY4" fmla="*/ 725073 h 4665160"/>
                <a:gd name="connsiteX5" fmla="*/ 525345 w 5190503"/>
                <a:gd name="connsiteY5" fmla="*/ 4665160 h 4665160"/>
                <a:gd name="connsiteX6" fmla="*/ 0 w 5190503"/>
                <a:gd name="connsiteY6" fmla="*/ 4139815 h 4665160"/>
                <a:gd name="connsiteX7" fmla="*/ 3396865 w 5190503"/>
                <a:gd name="connsiteY7" fmla="*/ 742950 h 4665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90503" h="4665160">
                  <a:moveTo>
                    <a:pt x="1555422" y="742950"/>
                  </a:moveTo>
                  <a:lnTo>
                    <a:pt x="2298372" y="0"/>
                  </a:lnTo>
                  <a:lnTo>
                    <a:pt x="5190503" y="0"/>
                  </a:lnTo>
                  <a:lnTo>
                    <a:pt x="4465431" y="725072"/>
                  </a:lnTo>
                  <a:lnTo>
                    <a:pt x="4465432" y="725073"/>
                  </a:lnTo>
                  <a:lnTo>
                    <a:pt x="525345" y="4665160"/>
                  </a:lnTo>
                  <a:lnTo>
                    <a:pt x="0" y="4139815"/>
                  </a:lnTo>
                  <a:lnTo>
                    <a:pt x="3396865" y="7429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30" name="テキスト ボックス 29"/>
            <p:cNvSpPr txBox="1"/>
            <p:nvPr userDrawn="1"/>
          </p:nvSpPr>
          <p:spPr>
            <a:xfrm>
              <a:off x="7380117" y="3291170"/>
              <a:ext cx="1551255" cy="14506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4400">
                  <a:solidFill>
                    <a:schemeClr val="bg1"/>
                  </a:solidFill>
                </a:rPr>
                <a:t>03</a:t>
              </a:r>
              <a:endParaRPr kumimoji="1" lang="ja-JP" altLang="en-US" sz="4400">
                <a:solidFill>
                  <a:schemeClr val="bg1"/>
                </a:solidFill>
              </a:endParaRPr>
            </a:p>
          </p:txBody>
        </p:sp>
      </p:grpSp>
      <p:sp>
        <p:nvSpPr>
          <p:cNvPr id="31" name="テキスト プレースホルダー 12"/>
          <p:cNvSpPr>
            <a:spLocks noGrp="1"/>
          </p:cNvSpPr>
          <p:nvPr>
            <p:ph type="body" sz="quarter" idx="16" hasCustomPrompt="1"/>
          </p:nvPr>
        </p:nvSpPr>
        <p:spPr>
          <a:xfrm>
            <a:off x="8080426" y="3068821"/>
            <a:ext cx="2470014" cy="498098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6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32" name="フリーフォーム 31"/>
          <p:cNvSpPr/>
          <p:nvPr userDrawn="1"/>
        </p:nvSpPr>
        <p:spPr>
          <a:xfrm rot="2700000">
            <a:off x="4067984" y="1399451"/>
            <a:ext cx="1697453" cy="1525414"/>
          </a:xfrm>
          <a:custGeom>
            <a:avLst/>
            <a:gdLst>
              <a:gd name="connsiteX0" fmla="*/ 1555422 w 5190503"/>
              <a:gd name="connsiteY0" fmla="*/ 742950 h 4665160"/>
              <a:gd name="connsiteX1" fmla="*/ 2298372 w 5190503"/>
              <a:gd name="connsiteY1" fmla="*/ 0 h 4665160"/>
              <a:gd name="connsiteX2" fmla="*/ 5190503 w 5190503"/>
              <a:gd name="connsiteY2" fmla="*/ 0 h 4665160"/>
              <a:gd name="connsiteX3" fmla="*/ 4465431 w 5190503"/>
              <a:gd name="connsiteY3" fmla="*/ 725072 h 4665160"/>
              <a:gd name="connsiteX4" fmla="*/ 4465432 w 5190503"/>
              <a:gd name="connsiteY4" fmla="*/ 725073 h 4665160"/>
              <a:gd name="connsiteX5" fmla="*/ 525345 w 5190503"/>
              <a:gd name="connsiteY5" fmla="*/ 4665160 h 4665160"/>
              <a:gd name="connsiteX6" fmla="*/ 0 w 5190503"/>
              <a:gd name="connsiteY6" fmla="*/ 4139815 h 4665160"/>
              <a:gd name="connsiteX7" fmla="*/ 3396865 w 5190503"/>
              <a:gd name="connsiteY7" fmla="*/ 742950 h 4665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90503" h="4665160">
                <a:moveTo>
                  <a:pt x="1555422" y="742950"/>
                </a:moveTo>
                <a:lnTo>
                  <a:pt x="2298372" y="0"/>
                </a:lnTo>
                <a:lnTo>
                  <a:pt x="5190503" y="0"/>
                </a:lnTo>
                <a:lnTo>
                  <a:pt x="4465431" y="725072"/>
                </a:lnTo>
                <a:lnTo>
                  <a:pt x="4465432" y="725073"/>
                </a:lnTo>
                <a:lnTo>
                  <a:pt x="525345" y="4665160"/>
                </a:lnTo>
                <a:lnTo>
                  <a:pt x="0" y="4139815"/>
                </a:lnTo>
                <a:lnTo>
                  <a:pt x="3396865" y="74295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34" name="フリーフォーム 33"/>
          <p:cNvSpPr/>
          <p:nvPr userDrawn="1"/>
        </p:nvSpPr>
        <p:spPr>
          <a:xfrm rot="2700000">
            <a:off x="8130400" y="2059820"/>
            <a:ext cx="1697453" cy="1525414"/>
          </a:xfrm>
          <a:custGeom>
            <a:avLst/>
            <a:gdLst>
              <a:gd name="connsiteX0" fmla="*/ 1555422 w 5190503"/>
              <a:gd name="connsiteY0" fmla="*/ 742950 h 4665160"/>
              <a:gd name="connsiteX1" fmla="*/ 2298372 w 5190503"/>
              <a:gd name="connsiteY1" fmla="*/ 0 h 4665160"/>
              <a:gd name="connsiteX2" fmla="*/ 5190503 w 5190503"/>
              <a:gd name="connsiteY2" fmla="*/ 0 h 4665160"/>
              <a:gd name="connsiteX3" fmla="*/ 4465431 w 5190503"/>
              <a:gd name="connsiteY3" fmla="*/ 725072 h 4665160"/>
              <a:gd name="connsiteX4" fmla="*/ 4465432 w 5190503"/>
              <a:gd name="connsiteY4" fmla="*/ 725073 h 4665160"/>
              <a:gd name="connsiteX5" fmla="*/ 525345 w 5190503"/>
              <a:gd name="connsiteY5" fmla="*/ 4665160 h 4665160"/>
              <a:gd name="connsiteX6" fmla="*/ 0 w 5190503"/>
              <a:gd name="connsiteY6" fmla="*/ 4139815 h 4665160"/>
              <a:gd name="connsiteX7" fmla="*/ 3396865 w 5190503"/>
              <a:gd name="connsiteY7" fmla="*/ 742950 h 4665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90503" h="4665160">
                <a:moveTo>
                  <a:pt x="1555422" y="742950"/>
                </a:moveTo>
                <a:lnTo>
                  <a:pt x="2298372" y="0"/>
                </a:lnTo>
                <a:lnTo>
                  <a:pt x="5190503" y="0"/>
                </a:lnTo>
                <a:lnTo>
                  <a:pt x="4465431" y="725072"/>
                </a:lnTo>
                <a:lnTo>
                  <a:pt x="4465432" y="725073"/>
                </a:lnTo>
                <a:lnTo>
                  <a:pt x="525345" y="4665160"/>
                </a:lnTo>
                <a:lnTo>
                  <a:pt x="0" y="4139815"/>
                </a:lnTo>
                <a:lnTo>
                  <a:pt x="3396865" y="74295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35" name="テキスト プレースホルダー 12"/>
          <p:cNvSpPr>
            <a:spLocks noGrp="1"/>
          </p:cNvSpPr>
          <p:nvPr>
            <p:ph type="body" sz="quarter" idx="27" hasCustomPrompt="1"/>
          </p:nvPr>
        </p:nvSpPr>
        <p:spPr>
          <a:xfrm>
            <a:off x="634633" y="3623967"/>
            <a:ext cx="3499431" cy="1949019"/>
          </a:xfrm>
        </p:spPr>
        <p:txBody>
          <a:bodyPr>
            <a:normAutofit/>
          </a:bodyPr>
          <a:lstStyle>
            <a:lvl1pPr marL="228611" indent="-228611" algn="l">
              <a:spcBef>
                <a:spcPts val="800"/>
              </a:spcBef>
              <a:buFont typeface="Wingdings" panose="05000000000000000000" pitchFamily="2" charset="2"/>
              <a:buChar char="n"/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36" name="テキスト プレースホルダー 12"/>
          <p:cNvSpPr>
            <a:spLocks noGrp="1"/>
          </p:cNvSpPr>
          <p:nvPr>
            <p:ph type="body" sz="quarter" idx="28" hasCustomPrompt="1"/>
          </p:nvPr>
        </p:nvSpPr>
        <p:spPr>
          <a:xfrm>
            <a:off x="4337858" y="3623967"/>
            <a:ext cx="3499431" cy="1949019"/>
          </a:xfrm>
        </p:spPr>
        <p:txBody>
          <a:bodyPr>
            <a:normAutofit/>
          </a:bodyPr>
          <a:lstStyle>
            <a:lvl1pPr marL="228611" indent="-228611" algn="l">
              <a:spcBef>
                <a:spcPts val="800"/>
              </a:spcBef>
              <a:buFont typeface="Wingdings" panose="05000000000000000000" pitchFamily="2" charset="2"/>
              <a:buChar char="n"/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37" name="テキスト プレースホルダー 12"/>
          <p:cNvSpPr>
            <a:spLocks noGrp="1"/>
          </p:cNvSpPr>
          <p:nvPr>
            <p:ph type="body" sz="quarter" idx="29" hasCustomPrompt="1"/>
          </p:nvPr>
        </p:nvSpPr>
        <p:spPr>
          <a:xfrm>
            <a:off x="8012831" y="3623967"/>
            <a:ext cx="3499431" cy="1949019"/>
          </a:xfrm>
        </p:spPr>
        <p:txBody>
          <a:bodyPr>
            <a:normAutofit/>
          </a:bodyPr>
          <a:lstStyle>
            <a:lvl1pPr marL="228611" indent="-228611" algn="l">
              <a:spcBef>
                <a:spcPts val="800"/>
              </a:spcBef>
              <a:buFont typeface="Wingdings" panose="05000000000000000000" pitchFamily="2" charset="2"/>
              <a:buChar char="n"/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9851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75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25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75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23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animBg="1"/>
      <p:bldP spid="34" grpId="0" animBg="1"/>
      <p:bldP spid="3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Arrows &amp;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図プレースホルダー 9"/>
          <p:cNvSpPr>
            <a:spLocks noGrp="1"/>
          </p:cNvSpPr>
          <p:nvPr>
            <p:ph type="pic" sz="quarter" idx="16" hasCustomPrompt="1"/>
          </p:nvPr>
        </p:nvSpPr>
        <p:spPr>
          <a:xfrm>
            <a:off x="678393" y="1655991"/>
            <a:ext cx="3493772" cy="2200113"/>
          </a:xfrm>
        </p:spPr>
        <p:txBody>
          <a:bodyPr>
            <a:normAutofit/>
          </a:bodyPr>
          <a:lstStyle>
            <a:lvl1pPr>
              <a:defRPr sz="1200" baseline="0"/>
            </a:lvl1pPr>
          </a:lstStyle>
          <a:p>
            <a:r>
              <a:rPr kumimoji="1" lang="en-US" altLang="ja-JP"/>
              <a:t>Insert an image</a:t>
            </a:r>
            <a:endParaRPr kumimoji="1" lang="ja-JP" altLang="en-US"/>
          </a:p>
        </p:txBody>
      </p:sp>
      <p:sp>
        <p:nvSpPr>
          <p:cNvPr id="42" name="図プレースホルダー 9"/>
          <p:cNvSpPr>
            <a:spLocks noGrp="1"/>
          </p:cNvSpPr>
          <p:nvPr>
            <p:ph type="pic" sz="quarter" idx="17" hasCustomPrompt="1"/>
          </p:nvPr>
        </p:nvSpPr>
        <p:spPr>
          <a:xfrm>
            <a:off x="4363508" y="1655991"/>
            <a:ext cx="3493772" cy="2200113"/>
          </a:xfrm>
        </p:spPr>
        <p:txBody>
          <a:bodyPr>
            <a:normAutofit/>
          </a:bodyPr>
          <a:lstStyle>
            <a:lvl1pPr>
              <a:defRPr sz="1200" baseline="0"/>
            </a:lvl1pPr>
          </a:lstStyle>
          <a:p>
            <a:r>
              <a:rPr kumimoji="1" lang="en-US" altLang="ja-JP"/>
              <a:t>Insert an image</a:t>
            </a:r>
            <a:endParaRPr kumimoji="1" lang="ja-JP" altLang="en-US"/>
          </a:p>
        </p:txBody>
      </p:sp>
      <p:sp>
        <p:nvSpPr>
          <p:cNvPr id="49" name="図プレースホルダー 9"/>
          <p:cNvSpPr>
            <a:spLocks noGrp="1"/>
          </p:cNvSpPr>
          <p:nvPr>
            <p:ph type="pic" sz="quarter" idx="20" hasCustomPrompt="1"/>
          </p:nvPr>
        </p:nvSpPr>
        <p:spPr>
          <a:xfrm>
            <a:off x="8048394" y="1655991"/>
            <a:ext cx="3493772" cy="2200113"/>
          </a:xfrm>
        </p:spPr>
        <p:txBody>
          <a:bodyPr>
            <a:normAutofit/>
          </a:bodyPr>
          <a:lstStyle>
            <a:lvl1pPr>
              <a:defRPr sz="1200" baseline="0"/>
            </a:lvl1pPr>
          </a:lstStyle>
          <a:p>
            <a:r>
              <a:rPr kumimoji="1" lang="en-US" altLang="ja-JP"/>
              <a:t>Insert an image</a:t>
            </a:r>
            <a:endParaRPr kumimoji="1" lang="ja-JP" altLang="en-US"/>
          </a:p>
        </p:txBody>
      </p:sp>
      <p:sp>
        <p:nvSpPr>
          <p:cNvPr id="59" name="テキスト プレースホルダー 58"/>
          <p:cNvSpPr>
            <a:spLocks noGrp="1"/>
          </p:cNvSpPr>
          <p:nvPr>
            <p:ph type="body" sz="quarter" idx="12" hasCustomPrompt="1"/>
          </p:nvPr>
        </p:nvSpPr>
        <p:spPr>
          <a:xfrm>
            <a:off x="678393" y="2770896"/>
            <a:ext cx="3498799" cy="1084695"/>
          </a:xfrm>
          <a:custGeom>
            <a:avLst/>
            <a:gdLst>
              <a:gd name="connsiteX0" fmla="*/ 2785606 w 5248199"/>
              <a:gd name="connsiteY0" fmla="*/ 0 h 1626792"/>
              <a:gd name="connsiteX1" fmla="*/ 3621408 w 5248199"/>
              <a:gd name="connsiteY1" fmla="*/ 0 h 1626792"/>
              <a:gd name="connsiteX2" fmla="*/ 5248199 w 5248199"/>
              <a:gd name="connsiteY2" fmla="*/ 1626791 h 1626792"/>
              <a:gd name="connsiteX3" fmla="*/ 4432509 w 5248199"/>
              <a:gd name="connsiteY3" fmla="*/ 1626791 h 1626792"/>
              <a:gd name="connsiteX4" fmla="*/ 4432509 w 5248199"/>
              <a:gd name="connsiteY4" fmla="*/ 1626792 h 1626792"/>
              <a:gd name="connsiteX5" fmla="*/ 0 w 5248199"/>
              <a:gd name="connsiteY5" fmla="*/ 1626792 h 1626792"/>
              <a:gd name="connsiteX6" fmla="*/ 0 w 5248199"/>
              <a:gd name="connsiteY6" fmla="*/ 1035791 h 1626792"/>
              <a:gd name="connsiteX7" fmla="*/ 3821397 w 5248199"/>
              <a:gd name="connsiteY7" fmla="*/ 1035791 h 1626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48199" h="1626792">
                <a:moveTo>
                  <a:pt x="2785606" y="0"/>
                </a:moveTo>
                <a:lnTo>
                  <a:pt x="3621408" y="0"/>
                </a:lnTo>
                <a:lnTo>
                  <a:pt x="5248199" y="1626791"/>
                </a:lnTo>
                <a:lnTo>
                  <a:pt x="4432509" y="1626791"/>
                </a:lnTo>
                <a:lnTo>
                  <a:pt x="4432509" y="1626792"/>
                </a:lnTo>
                <a:lnTo>
                  <a:pt x="0" y="1626792"/>
                </a:lnTo>
                <a:lnTo>
                  <a:pt x="0" y="1035791"/>
                </a:lnTo>
                <a:lnTo>
                  <a:pt x="3821397" y="1035791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pPr lvl="0"/>
            <a:r>
              <a:rPr kumimoji="1" lang="en-US" altLang="ja-JP"/>
              <a:t> </a:t>
            </a:r>
            <a:endParaRPr kumimoji="1" lang="ja-JP" altLang="en-US"/>
          </a:p>
        </p:txBody>
      </p:sp>
      <p:sp>
        <p:nvSpPr>
          <p:cNvPr id="60" name="テキスト プレースホルダー 59"/>
          <p:cNvSpPr>
            <a:spLocks noGrp="1"/>
          </p:cNvSpPr>
          <p:nvPr>
            <p:ph type="body" sz="quarter" idx="30" hasCustomPrompt="1"/>
          </p:nvPr>
        </p:nvSpPr>
        <p:spPr>
          <a:xfrm>
            <a:off x="4363509" y="2771408"/>
            <a:ext cx="3498799" cy="1084695"/>
          </a:xfrm>
          <a:custGeom>
            <a:avLst/>
            <a:gdLst>
              <a:gd name="connsiteX0" fmla="*/ 2785606 w 5248199"/>
              <a:gd name="connsiteY0" fmla="*/ 0 h 1626792"/>
              <a:gd name="connsiteX1" fmla="*/ 3621408 w 5248199"/>
              <a:gd name="connsiteY1" fmla="*/ 0 h 1626792"/>
              <a:gd name="connsiteX2" fmla="*/ 5248199 w 5248199"/>
              <a:gd name="connsiteY2" fmla="*/ 1626791 h 1626792"/>
              <a:gd name="connsiteX3" fmla="*/ 4432509 w 5248199"/>
              <a:gd name="connsiteY3" fmla="*/ 1626791 h 1626792"/>
              <a:gd name="connsiteX4" fmla="*/ 4432509 w 5248199"/>
              <a:gd name="connsiteY4" fmla="*/ 1626792 h 1626792"/>
              <a:gd name="connsiteX5" fmla="*/ 0 w 5248199"/>
              <a:gd name="connsiteY5" fmla="*/ 1626792 h 1626792"/>
              <a:gd name="connsiteX6" fmla="*/ 0 w 5248199"/>
              <a:gd name="connsiteY6" fmla="*/ 1035791 h 1626792"/>
              <a:gd name="connsiteX7" fmla="*/ 3821397 w 5248199"/>
              <a:gd name="connsiteY7" fmla="*/ 1035791 h 1626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48199" h="1626792">
                <a:moveTo>
                  <a:pt x="2785606" y="0"/>
                </a:moveTo>
                <a:lnTo>
                  <a:pt x="3621408" y="0"/>
                </a:lnTo>
                <a:lnTo>
                  <a:pt x="5248199" y="1626791"/>
                </a:lnTo>
                <a:lnTo>
                  <a:pt x="4432509" y="1626791"/>
                </a:lnTo>
                <a:lnTo>
                  <a:pt x="4432509" y="1626792"/>
                </a:lnTo>
                <a:lnTo>
                  <a:pt x="0" y="1626792"/>
                </a:lnTo>
                <a:lnTo>
                  <a:pt x="0" y="1035791"/>
                </a:lnTo>
                <a:lnTo>
                  <a:pt x="3821397" y="1035791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/>
          <a:p>
            <a:pPr lvl="0"/>
            <a:r>
              <a:rPr kumimoji="1" lang="en-US" altLang="ja-JP"/>
              <a:t> </a:t>
            </a:r>
            <a:endParaRPr kumimoji="1" lang="ja-JP" altLang="en-US"/>
          </a:p>
        </p:txBody>
      </p:sp>
      <p:sp>
        <p:nvSpPr>
          <p:cNvPr id="61" name="テキスト プレースホルダー 60"/>
          <p:cNvSpPr>
            <a:spLocks noGrp="1"/>
          </p:cNvSpPr>
          <p:nvPr>
            <p:ph type="body" sz="quarter" idx="31" hasCustomPrompt="1"/>
          </p:nvPr>
        </p:nvSpPr>
        <p:spPr>
          <a:xfrm>
            <a:off x="8048395" y="2771408"/>
            <a:ext cx="3498799" cy="1084695"/>
          </a:xfrm>
          <a:custGeom>
            <a:avLst/>
            <a:gdLst>
              <a:gd name="connsiteX0" fmla="*/ 2785606 w 5248199"/>
              <a:gd name="connsiteY0" fmla="*/ 0 h 1626792"/>
              <a:gd name="connsiteX1" fmla="*/ 3621408 w 5248199"/>
              <a:gd name="connsiteY1" fmla="*/ 0 h 1626792"/>
              <a:gd name="connsiteX2" fmla="*/ 5248199 w 5248199"/>
              <a:gd name="connsiteY2" fmla="*/ 1626791 h 1626792"/>
              <a:gd name="connsiteX3" fmla="*/ 4432509 w 5248199"/>
              <a:gd name="connsiteY3" fmla="*/ 1626791 h 1626792"/>
              <a:gd name="connsiteX4" fmla="*/ 4432509 w 5248199"/>
              <a:gd name="connsiteY4" fmla="*/ 1626792 h 1626792"/>
              <a:gd name="connsiteX5" fmla="*/ 0 w 5248199"/>
              <a:gd name="connsiteY5" fmla="*/ 1626792 h 1626792"/>
              <a:gd name="connsiteX6" fmla="*/ 0 w 5248199"/>
              <a:gd name="connsiteY6" fmla="*/ 1035791 h 1626792"/>
              <a:gd name="connsiteX7" fmla="*/ 3821397 w 5248199"/>
              <a:gd name="connsiteY7" fmla="*/ 1035791 h 1626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48199" h="1626792">
                <a:moveTo>
                  <a:pt x="2785606" y="0"/>
                </a:moveTo>
                <a:lnTo>
                  <a:pt x="3621408" y="0"/>
                </a:lnTo>
                <a:lnTo>
                  <a:pt x="5248199" y="1626791"/>
                </a:lnTo>
                <a:lnTo>
                  <a:pt x="4432509" y="1626791"/>
                </a:lnTo>
                <a:lnTo>
                  <a:pt x="4432509" y="1626792"/>
                </a:lnTo>
                <a:lnTo>
                  <a:pt x="0" y="1626792"/>
                </a:lnTo>
                <a:lnTo>
                  <a:pt x="0" y="1035791"/>
                </a:lnTo>
                <a:lnTo>
                  <a:pt x="3821397" y="1035791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/>
          <a:p>
            <a:pPr lvl="0"/>
            <a:r>
              <a:rPr kumimoji="1" lang="en-US" altLang="ja-JP"/>
              <a:t> </a:t>
            </a:r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/>
          <a:p>
            <a:r>
              <a:rPr kumimoji="1" lang="en-US" altLang="ja-JP"/>
              <a:t>Slide Title Goes Here</a:t>
            </a:r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テキスト プレースホルダー 12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726925" y="3395600"/>
            <a:ext cx="3416451" cy="498098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45" name="テキスト プレースホルダー 12"/>
          <p:cNvSpPr>
            <a:spLocks noGrp="1"/>
          </p:cNvSpPr>
          <p:nvPr>
            <p:ph type="body" sz="quarter" idx="19" hasCustomPrompt="1"/>
          </p:nvPr>
        </p:nvSpPr>
        <p:spPr>
          <a:xfrm>
            <a:off x="4412041" y="3395600"/>
            <a:ext cx="3416451" cy="498098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52" name="テキスト プレースホルダー 12"/>
          <p:cNvSpPr>
            <a:spLocks noGrp="1"/>
          </p:cNvSpPr>
          <p:nvPr>
            <p:ph type="body" sz="quarter" idx="22" hasCustomPrompt="1"/>
          </p:nvPr>
        </p:nvSpPr>
        <p:spPr>
          <a:xfrm>
            <a:off x="8096927" y="3395600"/>
            <a:ext cx="3416451" cy="498098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53" name="テキスト プレースホルダー 12"/>
          <p:cNvSpPr>
            <a:spLocks noGrp="1"/>
          </p:cNvSpPr>
          <p:nvPr>
            <p:ph type="body" sz="quarter" idx="27" hasCustomPrompt="1"/>
          </p:nvPr>
        </p:nvSpPr>
        <p:spPr>
          <a:xfrm>
            <a:off x="672734" y="4010644"/>
            <a:ext cx="3499431" cy="1848135"/>
          </a:xfrm>
        </p:spPr>
        <p:txBody>
          <a:bodyPr>
            <a:normAutofit/>
          </a:bodyPr>
          <a:lstStyle>
            <a:lvl1pPr marL="228611" indent="-228611" algn="l">
              <a:spcBef>
                <a:spcPts val="800"/>
              </a:spcBef>
              <a:buFont typeface="Wingdings" panose="05000000000000000000" pitchFamily="2" charset="2"/>
              <a:buChar char="n"/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54" name="テキスト プレースホルダー 12"/>
          <p:cNvSpPr>
            <a:spLocks noGrp="1"/>
          </p:cNvSpPr>
          <p:nvPr>
            <p:ph type="body" sz="quarter" idx="28" hasCustomPrompt="1"/>
          </p:nvPr>
        </p:nvSpPr>
        <p:spPr>
          <a:xfrm>
            <a:off x="4375959" y="4010644"/>
            <a:ext cx="3499431" cy="1848135"/>
          </a:xfrm>
        </p:spPr>
        <p:txBody>
          <a:bodyPr>
            <a:normAutofit/>
          </a:bodyPr>
          <a:lstStyle>
            <a:lvl1pPr marL="228611" indent="-228611" algn="l">
              <a:spcBef>
                <a:spcPts val="800"/>
              </a:spcBef>
              <a:buFont typeface="Wingdings" panose="05000000000000000000" pitchFamily="2" charset="2"/>
              <a:buChar char="n"/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55" name="テキスト プレースホルダー 12"/>
          <p:cNvSpPr>
            <a:spLocks noGrp="1"/>
          </p:cNvSpPr>
          <p:nvPr>
            <p:ph type="body" sz="quarter" idx="29" hasCustomPrompt="1"/>
          </p:nvPr>
        </p:nvSpPr>
        <p:spPr>
          <a:xfrm>
            <a:off x="8050932" y="4010644"/>
            <a:ext cx="3499431" cy="1848135"/>
          </a:xfrm>
        </p:spPr>
        <p:txBody>
          <a:bodyPr>
            <a:normAutofit/>
          </a:bodyPr>
          <a:lstStyle>
            <a:lvl1pPr marL="228611" indent="-228611" algn="l">
              <a:spcBef>
                <a:spcPts val="800"/>
              </a:spcBef>
              <a:buFont typeface="Wingdings" panose="05000000000000000000" pitchFamily="2" charset="2"/>
              <a:buChar char="n"/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0997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00"/>
                            </p:stCondLst>
                            <p:childTnLst>
                              <p:par>
                                <p:cTn id="1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1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600"/>
                            </p:stCondLst>
                            <p:childTnLst>
                              <p:par>
                                <p:cTn id="22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200"/>
                            </p:stCondLst>
                            <p:childTnLst>
                              <p:par>
                                <p:cTn id="3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7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200"/>
                            </p:stCondLst>
                            <p:childTnLst>
                              <p:par>
                                <p:cTn id="39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800"/>
                            </p:stCondLst>
                            <p:childTnLst>
                              <p:par>
                                <p:cTn id="4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3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42" grpId="0"/>
      <p:bldP spid="49" grpId="0"/>
      <p:bldP spid="59" grpId="0" animBg="1">
        <p:tmplLst>
          <p:tmpl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0" grpId="0" animBg="1">
        <p:tmplLst>
          <p:tmpl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1" grpId="0" animBg="1">
        <p:tmplLst>
          <p:tmpl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2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Ar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フリーフォーム 51"/>
          <p:cNvSpPr/>
          <p:nvPr userDrawn="1"/>
        </p:nvSpPr>
        <p:spPr>
          <a:xfrm rot="2700000">
            <a:off x="6835420" y="1406478"/>
            <a:ext cx="1697453" cy="1525414"/>
          </a:xfrm>
          <a:custGeom>
            <a:avLst/>
            <a:gdLst>
              <a:gd name="connsiteX0" fmla="*/ 1555422 w 5190503"/>
              <a:gd name="connsiteY0" fmla="*/ 742950 h 4665160"/>
              <a:gd name="connsiteX1" fmla="*/ 2298372 w 5190503"/>
              <a:gd name="connsiteY1" fmla="*/ 0 h 4665160"/>
              <a:gd name="connsiteX2" fmla="*/ 5190503 w 5190503"/>
              <a:gd name="connsiteY2" fmla="*/ 0 h 4665160"/>
              <a:gd name="connsiteX3" fmla="*/ 4465431 w 5190503"/>
              <a:gd name="connsiteY3" fmla="*/ 725072 h 4665160"/>
              <a:gd name="connsiteX4" fmla="*/ 4465432 w 5190503"/>
              <a:gd name="connsiteY4" fmla="*/ 725073 h 4665160"/>
              <a:gd name="connsiteX5" fmla="*/ 525345 w 5190503"/>
              <a:gd name="connsiteY5" fmla="*/ 4665160 h 4665160"/>
              <a:gd name="connsiteX6" fmla="*/ 0 w 5190503"/>
              <a:gd name="connsiteY6" fmla="*/ 4139815 h 4665160"/>
              <a:gd name="connsiteX7" fmla="*/ 3396865 w 5190503"/>
              <a:gd name="connsiteY7" fmla="*/ 742950 h 4665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90503" h="4665160">
                <a:moveTo>
                  <a:pt x="1555422" y="742950"/>
                </a:moveTo>
                <a:lnTo>
                  <a:pt x="2298372" y="0"/>
                </a:lnTo>
                <a:lnTo>
                  <a:pt x="5190503" y="0"/>
                </a:lnTo>
                <a:lnTo>
                  <a:pt x="4465431" y="725072"/>
                </a:lnTo>
                <a:lnTo>
                  <a:pt x="4465432" y="725073"/>
                </a:lnTo>
                <a:lnTo>
                  <a:pt x="525345" y="4665160"/>
                </a:lnTo>
                <a:lnTo>
                  <a:pt x="0" y="4139815"/>
                </a:lnTo>
                <a:lnTo>
                  <a:pt x="3396865" y="74295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grpSp>
        <p:nvGrpSpPr>
          <p:cNvPr id="16" name="グループ化 15"/>
          <p:cNvGrpSpPr/>
          <p:nvPr userDrawn="1"/>
        </p:nvGrpSpPr>
        <p:grpSpPr>
          <a:xfrm>
            <a:off x="1075180" y="147432"/>
            <a:ext cx="4988239" cy="4552417"/>
            <a:chOff x="1612770" y="221114"/>
            <a:chExt cx="7482358" cy="6827572"/>
          </a:xfrm>
        </p:grpSpPr>
        <p:sp>
          <p:nvSpPr>
            <p:cNvPr id="65" name="フリーフォーム 64"/>
            <p:cNvSpPr/>
            <p:nvPr userDrawn="1"/>
          </p:nvSpPr>
          <p:spPr>
            <a:xfrm rot="2700000">
              <a:off x="1350155" y="483729"/>
              <a:ext cx="6827572" cy="6302341"/>
            </a:xfrm>
            <a:custGeom>
              <a:avLst/>
              <a:gdLst>
                <a:gd name="connsiteX0" fmla="*/ 3192491 w 6827572"/>
                <a:gd name="connsiteY0" fmla="*/ 742950 h 6302341"/>
                <a:gd name="connsiteX1" fmla="*/ 3935441 w 6827572"/>
                <a:gd name="connsiteY1" fmla="*/ 0 h 6302341"/>
                <a:gd name="connsiteX2" fmla="*/ 6827572 w 6827572"/>
                <a:gd name="connsiteY2" fmla="*/ 0 h 6302341"/>
                <a:gd name="connsiteX3" fmla="*/ 6102500 w 6827572"/>
                <a:gd name="connsiteY3" fmla="*/ 725072 h 6302341"/>
                <a:gd name="connsiteX4" fmla="*/ 6102501 w 6827572"/>
                <a:gd name="connsiteY4" fmla="*/ 725073 h 6302341"/>
                <a:gd name="connsiteX5" fmla="*/ 2162414 w 6827572"/>
                <a:gd name="connsiteY5" fmla="*/ 4665160 h 6302341"/>
                <a:gd name="connsiteX6" fmla="*/ 2162414 w 6827572"/>
                <a:gd name="connsiteY6" fmla="*/ 4665160 h 6302341"/>
                <a:gd name="connsiteX7" fmla="*/ 525233 w 6827572"/>
                <a:gd name="connsiteY7" fmla="*/ 6302341 h 6302341"/>
                <a:gd name="connsiteX8" fmla="*/ 0 w 6827572"/>
                <a:gd name="connsiteY8" fmla="*/ 5777107 h 6302341"/>
                <a:gd name="connsiteX9" fmla="*/ 1637181 w 6827572"/>
                <a:gd name="connsiteY9" fmla="*/ 4139926 h 6302341"/>
                <a:gd name="connsiteX10" fmla="*/ 1637069 w 6827572"/>
                <a:gd name="connsiteY10" fmla="*/ 4139815 h 6302341"/>
                <a:gd name="connsiteX11" fmla="*/ 5033934 w 6827572"/>
                <a:gd name="connsiteY11" fmla="*/ 742950 h 630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827572" h="6302341">
                  <a:moveTo>
                    <a:pt x="3192491" y="742950"/>
                  </a:moveTo>
                  <a:lnTo>
                    <a:pt x="3935441" y="0"/>
                  </a:lnTo>
                  <a:lnTo>
                    <a:pt x="6827572" y="0"/>
                  </a:lnTo>
                  <a:lnTo>
                    <a:pt x="6102500" y="725072"/>
                  </a:lnTo>
                  <a:lnTo>
                    <a:pt x="6102501" y="725073"/>
                  </a:lnTo>
                  <a:lnTo>
                    <a:pt x="2162414" y="4665160"/>
                  </a:lnTo>
                  <a:lnTo>
                    <a:pt x="2162414" y="4665160"/>
                  </a:lnTo>
                  <a:lnTo>
                    <a:pt x="525233" y="6302341"/>
                  </a:lnTo>
                  <a:lnTo>
                    <a:pt x="0" y="5777107"/>
                  </a:lnTo>
                  <a:lnTo>
                    <a:pt x="1637181" y="4139926"/>
                  </a:lnTo>
                  <a:lnTo>
                    <a:pt x="1637069" y="4139815"/>
                  </a:lnTo>
                  <a:lnTo>
                    <a:pt x="5033934" y="74295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6" name="テキスト ボックス 5"/>
            <p:cNvSpPr txBox="1"/>
            <p:nvPr userDrawn="1"/>
          </p:nvSpPr>
          <p:spPr>
            <a:xfrm>
              <a:off x="7861136" y="3073044"/>
              <a:ext cx="1233992" cy="11539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4400">
                  <a:solidFill>
                    <a:schemeClr val="bg1"/>
                  </a:solidFill>
                </a:rPr>
                <a:t>01</a:t>
              </a:r>
              <a:endParaRPr kumimoji="1" lang="ja-JP" altLang="en-US" sz="4400">
                <a:solidFill>
                  <a:schemeClr val="bg1"/>
                </a:solidFill>
              </a:endParaRPr>
            </a:p>
          </p:txBody>
        </p:sp>
      </p:grpSp>
      <p:sp>
        <p:nvSpPr>
          <p:cNvPr id="2" name="タイトル 1"/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/>
          <a:p>
            <a:r>
              <a:rPr kumimoji="1" lang="en-US" altLang="ja-JP"/>
              <a:t>Slide Title Goes Here</a:t>
            </a:r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グループ化 14"/>
          <p:cNvGrpSpPr/>
          <p:nvPr userDrawn="1"/>
        </p:nvGrpSpPr>
        <p:grpSpPr>
          <a:xfrm>
            <a:off x="3392616" y="1091657"/>
            <a:ext cx="4507725" cy="4154286"/>
            <a:chOff x="5088923" y="1637232"/>
            <a:chExt cx="6761587" cy="6230468"/>
          </a:xfrm>
        </p:grpSpPr>
        <p:sp>
          <p:nvSpPr>
            <p:cNvPr id="66" name="フリーフォーム 65"/>
            <p:cNvSpPr/>
            <p:nvPr userDrawn="1"/>
          </p:nvSpPr>
          <p:spPr>
            <a:xfrm rot="2700000">
              <a:off x="4826307" y="1899848"/>
              <a:ext cx="6230468" cy="5705236"/>
            </a:xfrm>
            <a:custGeom>
              <a:avLst/>
              <a:gdLst>
                <a:gd name="connsiteX0" fmla="*/ 2595387 w 6230468"/>
                <a:gd name="connsiteY0" fmla="*/ 742950 h 5705236"/>
                <a:gd name="connsiteX1" fmla="*/ 3338337 w 6230468"/>
                <a:gd name="connsiteY1" fmla="*/ 0 h 5705236"/>
                <a:gd name="connsiteX2" fmla="*/ 6230468 w 6230468"/>
                <a:gd name="connsiteY2" fmla="*/ 0 h 5705236"/>
                <a:gd name="connsiteX3" fmla="*/ 5505396 w 6230468"/>
                <a:gd name="connsiteY3" fmla="*/ 725072 h 5705236"/>
                <a:gd name="connsiteX4" fmla="*/ 5505397 w 6230468"/>
                <a:gd name="connsiteY4" fmla="*/ 725073 h 5705236"/>
                <a:gd name="connsiteX5" fmla="*/ 1710117 w 6230468"/>
                <a:gd name="connsiteY5" fmla="*/ 4520353 h 5705236"/>
                <a:gd name="connsiteX6" fmla="*/ 1565310 w 6230468"/>
                <a:gd name="connsiteY6" fmla="*/ 4665160 h 5705236"/>
                <a:gd name="connsiteX7" fmla="*/ 525233 w 6230468"/>
                <a:gd name="connsiteY7" fmla="*/ 5705236 h 5705236"/>
                <a:gd name="connsiteX8" fmla="*/ 0 w 6230468"/>
                <a:gd name="connsiteY8" fmla="*/ 5180003 h 5705236"/>
                <a:gd name="connsiteX9" fmla="*/ 1040077 w 6230468"/>
                <a:gd name="connsiteY9" fmla="*/ 4139927 h 5705236"/>
                <a:gd name="connsiteX10" fmla="*/ 1039965 w 6230468"/>
                <a:gd name="connsiteY10" fmla="*/ 4139815 h 5705236"/>
                <a:gd name="connsiteX11" fmla="*/ 4436830 w 6230468"/>
                <a:gd name="connsiteY11" fmla="*/ 742950 h 5705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30468" h="5705236">
                  <a:moveTo>
                    <a:pt x="2595387" y="742950"/>
                  </a:moveTo>
                  <a:lnTo>
                    <a:pt x="3338337" y="0"/>
                  </a:lnTo>
                  <a:lnTo>
                    <a:pt x="6230468" y="0"/>
                  </a:lnTo>
                  <a:lnTo>
                    <a:pt x="5505396" y="725072"/>
                  </a:lnTo>
                  <a:lnTo>
                    <a:pt x="5505397" y="725073"/>
                  </a:lnTo>
                  <a:lnTo>
                    <a:pt x="1710117" y="4520353"/>
                  </a:lnTo>
                  <a:lnTo>
                    <a:pt x="1565310" y="4665160"/>
                  </a:lnTo>
                  <a:lnTo>
                    <a:pt x="525233" y="5705236"/>
                  </a:lnTo>
                  <a:lnTo>
                    <a:pt x="0" y="5180003"/>
                  </a:lnTo>
                  <a:lnTo>
                    <a:pt x="1040077" y="4139927"/>
                  </a:lnTo>
                  <a:lnTo>
                    <a:pt x="1039965" y="4139815"/>
                  </a:lnTo>
                  <a:lnTo>
                    <a:pt x="4436830" y="7429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28" name="テキスト ボックス 27"/>
            <p:cNvSpPr txBox="1"/>
            <p:nvPr userDrawn="1"/>
          </p:nvSpPr>
          <p:spPr>
            <a:xfrm>
              <a:off x="10616519" y="4190611"/>
              <a:ext cx="1233991" cy="11539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4400">
                  <a:solidFill>
                    <a:schemeClr val="bg1"/>
                  </a:solidFill>
                </a:rPr>
                <a:t>02</a:t>
              </a:r>
              <a:endParaRPr kumimoji="1" lang="ja-JP" altLang="en-US" sz="4400">
                <a:solidFill>
                  <a:schemeClr val="bg1"/>
                </a:solidFill>
              </a:endParaRPr>
            </a:p>
          </p:txBody>
        </p:sp>
      </p:grpSp>
      <p:grpSp>
        <p:nvGrpSpPr>
          <p:cNvPr id="14" name="グループ化 13"/>
          <p:cNvGrpSpPr/>
          <p:nvPr userDrawn="1"/>
        </p:nvGrpSpPr>
        <p:grpSpPr>
          <a:xfrm>
            <a:off x="5627303" y="2001600"/>
            <a:ext cx="4109959" cy="3824715"/>
            <a:chOff x="8440954" y="3001937"/>
            <a:chExt cx="6164939" cy="5736188"/>
          </a:xfrm>
        </p:grpSpPr>
        <p:sp>
          <p:nvSpPr>
            <p:cNvPr id="67" name="フリーフォーム 66"/>
            <p:cNvSpPr/>
            <p:nvPr userDrawn="1"/>
          </p:nvSpPr>
          <p:spPr>
            <a:xfrm rot="2700000">
              <a:off x="8178338" y="3264553"/>
              <a:ext cx="5736188" cy="5210956"/>
            </a:xfrm>
            <a:custGeom>
              <a:avLst/>
              <a:gdLst>
                <a:gd name="connsiteX0" fmla="*/ 2101107 w 5736188"/>
                <a:gd name="connsiteY0" fmla="*/ 742950 h 5210956"/>
                <a:gd name="connsiteX1" fmla="*/ 2844057 w 5736188"/>
                <a:gd name="connsiteY1" fmla="*/ 0 h 5210956"/>
                <a:gd name="connsiteX2" fmla="*/ 5736188 w 5736188"/>
                <a:gd name="connsiteY2" fmla="*/ 0 h 5210956"/>
                <a:gd name="connsiteX3" fmla="*/ 5011116 w 5736188"/>
                <a:gd name="connsiteY3" fmla="*/ 725072 h 5210956"/>
                <a:gd name="connsiteX4" fmla="*/ 5011117 w 5736188"/>
                <a:gd name="connsiteY4" fmla="*/ 725073 h 5210956"/>
                <a:gd name="connsiteX5" fmla="*/ 1215837 w 5736188"/>
                <a:gd name="connsiteY5" fmla="*/ 4520353 h 5210956"/>
                <a:gd name="connsiteX6" fmla="*/ 1071030 w 5736188"/>
                <a:gd name="connsiteY6" fmla="*/ 4665160 h 5210956"/>
                <a:gd name="connsiteX7" fmla="*/ 525234 w 5736188"/>
                <a:gd name="connsiteY7" fmla="*/ 5210956 h 5210956"/>
                <a:gd name="connsiteX8" fmla="*/ 0 w 5736188"/>
                <a:gd name="connsiteY8" fmla="*/ 4685723 h 5210956"/>
                <a:gd name="connsiteX9" fmla="*/ 545797 w 5736188"/>
                <a:gd name="connsiteY9" fmla="*/ 4139927 h 5210956"/>
                <a:gd name="connsiteX10" fmla="*/ 545685 w 5736188"/>
                <a:gd name="connsiteY10" fmla="*/ 4139815 h 5210956"/>
                <a:gd name="connsiteX11" fmla="*/ 3942550 w 5736188"/>
                <a:gd name="connsiteY11" fmla="*/ 742950 h 5210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36188" h="5210956">
                  <a:moveTo>
                    <a:pt x="2101107" y="742950"/>
                  </a:moveTo>
                  <a:lnTo>
                    <a:pt x="2844057" y="0"/>
                  </a:lnTo>
                  <a:lnTo>
                    <a:pt x="5736188" y="0"/>
                  </a:lnTo>
                  <a:lnTo>
                    <a:pt x="5011116" y="725072"/>
                  </a:lnTo>
                  <a:lnTo>
                    <a:pt x="5011117" y="725073"/>
                  </a:lnTo>
                  <a:lnTo>
                    <a:pt x="1215837" y="4520353"/>
                  </a:lnTo>
                  <a:lnTo>
                    <a:pt x="1071030" y="4665160"/>
                  </a:lnTo>
                  <a:lnTo>
                    <a:pt x="525234" y="5210956"/>
                  </a:lnTo>
                  <a:lnTo>
                    <a:pt x="0" y="4685723"/>
                  </a:lnTo>
                  <a:lnTo>
                    <a:pt x="545797" y="4139927"/>
                  </a:lnTo>
                  <a:lnTo>
                    <a:pt x="545685" y="4139815"/>
                  </a:lnTo>
                  <a:lnTo>
                    <a:pt x="3942550" y="7429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33" name="テキスト ボックス 32"/>
            <p:cNvSpPr txBox="1"/>
            <p:nvPr userDrawn="1"/>
          </p:nvSpPr>
          <p:spPr>
            <a:xfrm>
              <a:off x="13371901" y="5308176"/>
              <a:ext cx="1233992" cy="11539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4400">
                  <a:solidFill>
                    <a:schemeClr val="bg1"/>
                  </a:solidFill>
                </a:rPr>
                <a:t>03</a:t>
              </a:r>
              <a:endParaRPr kumimoji="1" lang="ja-JP" altLang="en-US" sz="4400">
                <a:solidFill>
                  <a:schemeClr val="bg1"/>
                </a:solidFill>
              </a:endParaRPr>
            </a:p>
          </p:txBody>
        </p:sp>
      </p:grpSp>
      <p:grpSp>
        <p:nvGrpSpPr>
          <p:cNvPr id="13" name="グループ化 12"/>
          <p:cNvGrpSpPr/>
          <p:nvPr userDrawn="1"/>
        </p:nvGrpSpPr>
        <p:grpSpPr>
          <a:xfrm>
            <a:off x="7903422" y="2928658"/>
            <a:ext cx="3670761" cy="3460869"/>
            <a:chOff x="11855133" y="4392308"/>
            <a:chExt cx="5506142" cy="5190503"/>
          </a:xfrm>
        </p:grpSpPr>
        <p:sp>
          <p:nvSpPr>
            <p:cNvPr id="37" name="フリーフォーム 36"/>
            <p:cNvSpPr/>
            <p:nvPr userDrawn="1"/>
          </p:nvSpPr>
          <p:spPr>
            <a:xfrm rot="2700000">
              <a:off x="11592461" y="4654980"/>
              <a:ext cx="5190503" cy="4665160"/>
            </a:xfrm>
            <a:custGeom>
              <a:avLst/>
              <a:gdLst>
                <a:gd name="connsiteX0" fmla="*/ 1555422 w 5190503"/>
                <a:gd name="connsiteY0" fmla="*/ 742950 h 4665160"/>
                <a:gd name="connsiteX1" fmla="*/ 2298372 w 5190503"/>
                <a:gd name="connsiteY1" fmla="*/ 0 h 4665160"/>
                <a:gd name="connsiteX2" fmla="*/ 5190503 w 5190503"/>
                <a:gd name="connsiteY2" fmla="*/ 0 h 4665160"/>
                <a:gd name="connsiteX3" fmla="*/ 4465431 w 5190503"/>
                <a:gd name="connsiteY3" fmla="*/ 725072 h 4665160"/>
                <a:gd name="connsiteX4" fmla="*/ 4465432 w 5190503"/>
                <a:gd name="connsiteY4" fmla="*/ 725073 h 4665160"/>
                <a:gd name="connsiteX5" fmla="*/ 525345 w 5190503"/>
                <a:gd name="connsiteY5" fmla="*/ 4665160 h 4665160"/>
                <a:gd name="connsiteX6" fmla="*/ 0 w 5190503"/>
                <a:gd name="connsiteY6" fmla="*/ 4139815 h 4665160"/>
                <a:gd name="connsiteX7" fmla="*/ 3396865 w 5190503"/>
                <a:gd name="connsiteY7" fmla="*/ 742950 h 4665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90503" h="4665160">
                  <a:moveTo>
                    <a:pt x="1555422" y="742950"/>
                  </a:moveTo>
                  <a:lnTo>
                    <a:pt x="2298372" y="0"/>
                  </a:lnTo>
                  <a:lnTo>
                    <a:pt x="5190503" y="0"/>
                  </a:lnTo>
                  <a:lnTo>
                    <a:pt x="4465431" y="725072"/>
                  </a:lnTo>
                  <a:lnTo>
                    <a:pt x="4465432" y="725073"/>
                  </a:lnTo>
                  <a:lnTo>
                    <a:pt x="525345" y="4665160"/>
                  </a:lnTo>
                  <a:lnTo>
                    <a:pt x="0" y="4139815"/>
                  </a:lnTo>
                  <a:lnTo>
                    <a:pt x="3396865" y="74295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47" name="テキスト ボックス 46"/>
            <p:cNvSpPr txBox="1"/>
            <p:nvPr userDrawn="1"/>
          </p:nvSpPr>
          <p:spPr>
            <a:xfrm>
              <a:off x="16127283" y="6425742"/>
              <a:ext cx="1233992" cy="11539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4400">
                  <a:solidFill>
                    <a:schemeClr val="bg1"/>
                  </a:solidFill>
                </a:rPr>
                <a:t>04</a:t>
              </a:r>
              <a:endParaRPr kumimoji="1" lang="ja-JP" altLang="en-US" sz="4400">
                <a:solidFill>
                  <a:schemeClr val="bg1"/>
                </a:solidFill>
              </a:endParaRPr>
            </a:p>
          </p:txBody>
        </p:sp>
      </p:grpSp>
      <p:sp>
        <p:nvSpPr>
          <p:cNvPr id="53" name="フリーフォーム 52"/>
          <p:cNvSpPr/>
          <p:nvPr userDrawn="1"/>
        </p:nvSpPr>
        <p:spPr>
          <a:xfrm rot="2700000">
            <a:off x="480637" y="701606"/>
            <a:ext cx="1697453" cy="1525414"/>
          </a:xfrm>
          <a:custGeom>
            <a:avLst/>
            <a:gdLst>
              <a:gd name="connsiteX0" fmla="*/ 1555422 w 5190503"/>
              <a:gd name="connsiteY0" fmla="*/ 742950 h 4665160"/>
              <a:gd name="connsiteX1" fmla="*/ 2298372 w 5190503"/>
              <a:gd name="connsiteY1" fmla="*/ 0 h 4665160"/>
              <a:gd name="connsiteX2" fmla="*/ 5190503 w 5190503"/>
              <a:gd name="connsiteY2" fmla="*/ 0 h 4665160"/>
              <a:gd name="connsiteX3" fmla="*/ 4465431 w 5190503"/>
              <a:gd name="connsiteY3" fmla="*/ 725072 h 4665160"/>
              <a:gd name="connsiteX4" fmla="*/ 4465432 w 5190503"/>
              <a:gd name="connsiteY4" fmla="*/ 725073 h 4665160"/>
              <a:gd name="connsiteX5" fmla="*/ 525345 w 5190503"/>
              <a:gd name="connsiteY5" fmla="*/ 4665160 h 4665160"/>
              <a:gd name="connsiteX6" fmla="*/ 0 w 5190503"/>
              <a:gd name="connsiteY6" fmla="*/ 4139815 h 4665160"/>
              <a:gd name="connsiteX7" fmla="*/ 3396865 w 5190503"/>
              <a:gd name="connsiteY7" fmla="*/ 742950 h 4665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90503" h="4665160">
                <a:moveTo>
                  <a:pt x="1555422" y="742950"/>
                </a:moveTo>
                <a:lnTo>
                  <a:pt x="2298372" y="0"/>
                </a:lnTo>
                <a:lnTo>
                  <a:pt x="5190503" y="0"/>
                </a:lnTo>
                <a:lnTo>
                  <a:pt x="4465431" y="725072"/>
                </a:lnTo>
                <a:lnTo>
                  <a:pt x="4465432" y="725073"/>
                </a:lnTo>
                <a:lnTo>
                  <a:pt x="525345" y="4665160"/>
                </a:lnTo>
                <a:lnTo>
                  <a:pt x="0" y="4139815"/>
                </a:lnTo>
                <a:lnTo>
                  <a:pt x="3396865" y="74295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54" name="フリーフォーム 53"/>
          <p:cNvSpPr/>
          <p:nvPr userDrawn="1"/>
        </p:nvSpPr>
        <p:spPr>
          <a:xfrm rot="2700000">
            <a:off x="10177400" y="2064965"/>
            <a:ext cx="1697453" cy="1525414"/>
          </a:xfrm>
          <a:custGeom>
            <a:avLst/>
            <a:gdLst>
              <a:gd name="connsiteX0" fmla="*/ 1555422 w 5190503"/>
              <a:gd name="connsiteY0" fmla="*/ 742950 h 4665160"/>
              <a:gd name="connsiteX1" fmla="*/ 2298372 w 5190503"/>
              <a:gd name="connsiteY1" fmla="*/ 0 h 4665160"/>
              <a:gd name="connsiteX2" fmla="*/ 5190503 w 5190503"/>
              <a:gd name="connsiteY2" fmla="*/ 0 h 4665160"/>
              <a:gd name="connsiteX3" fmla="*/ 4465431 w 5190503"/>
              <a:gd name="connsiteY3" fmla="*/ 725072 h 4665160"/>
              <a:gd name="connsiteX4" fmla="*/ 4465432 w 5190503"/>
              <a:gd name="connsiteY4" fmla="*/ 725073 h 4665160"/>
              <a:gd name="connsiteX5" fmla="*/ 525345 w 5190503"/>
              <a:gd name="connsiteY5" fmla="*/ 4665160 h 4665160"/>
              <a:gd name="connsiteX6" fmla="*/ 0 w 5190503"/>
              <a:gd name="connsiteY6" fmla="*/ 4139815 h 4665160"/>
              <a:gd name="connsiteX7" fmla="*/ 3396865 w 5190503"/>
              <a:gd name="connsiteY7" fmla="*/ 742950 h 4665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90503" h="4665160">
                <a:moveTo>
                  <a:pt x="1555422" y="742950"/>
                </a:moveTo>
                <a:lnTo>
                  <a:pt x="2298372" y="0"/>
                </a:lnTo>
                <a:lnTo>
                  <a:pt x="5190503" y="0"/>
                </a:lnTo>
                <a:lnTo>
                  <a:pt x="4465431" y="725072"/>
                </a:lnTo>
                <a:lnTo>
                  <a:pt x="4465432" y="725073"/>
                </a:lnTo>
                <a:lnTo>
                  <a:pt x="525345" y="4665160"/>
                </a:lnTo>
                <a:lnTo>
                  <a:pt x="0" y="4139815"/>
                </a:lnTo>
                <a:lnTo>
                  <a:pt x="3396865" y="74295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56" name="テキスト プレースホルダー 12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994876" y="2050774"/>
            <a:ext cx="3072647" cy="498098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57" name="テキスト プレースホルダー 12"/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3820021" y="2787215"/>
            <a:ext cx="3072647" cy="498098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58" name="テキスト プレースホルダー 12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5688431" y="3532314"/>
            <a:ext cx="3072647" cy="498098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59" name="テキスト プレースホルダー 12"/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7500147" y="4286179"/>
            <a:ext cx="3072647" cy="498098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60" name="テキスト プレースホルダー 12"/>
          <p:cNvSpPr>
            <a:spLocks noGrp="1"/>
          </p:cNvSpPr>
          <p:nvPr userDrawn="1">
            <p:ph type="body" sz="quarter" idx="27" hasCustomPrompt="1"/>
          </p:nvPr>
        </p:nvSpPr>
        <p:spPr>
          <a:xfrm>
            <a:off x="352685" y="2627786"/>
            <a:ext cx="2092255" cy="2156491"/>
          </a:xfrm>
        </p:spPr>
        <p:txBody>
          <a:bodyPr>
            <a:normAutofit/>
          </a:bodyPr>
          <a:lstStyle>
            <a:lvl1pPr algn="l">
              <a:spcBef>
                <a:spcPts val="0"/>
              </a:spcBef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61" name="テキスト プレースホルダー 12"/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2745755" y="3363133"/>
            <a:ext cx="2092255" cy="2156491"/>
          </a:xfrm>
        </p:spPr>
        <p:txBody>
          <a:bodyPr>
            <a:normAutofit/>
          </a:bodyPr>
          <a:lstStyle>
            <a:lvl1pPr algn="l">
              <a:spcBef>
                <a:spcPts val="0"/>
              </a:spcBef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62" name="テキスト プレースホルダー 12"/>
          <p:cNvSpPr>
            <a:spLocks noGrp="1"/>
          </p:cNvSpPr>
          <p:nvPr userDrawn="1">
            <p:ph type="body" sz="quarter" idx="29" hasCustomPrompt="1"/>
          </p:nvPr>
        </p:nvSpPr>
        <p:spPr>
          <a:xfrm>
            <a:off x="5036389" y="4111863"/>
            <a:ext cx="2092255" cy="2156491"/>
          </a:xfrm>
        </p:spPr>
        <p:txBody>
          <a:bodyPr>
            <a:normAutofit/>
          </a:bodyPr>
          <a:lstStyle>
            <a:lvl1pPr algn="l">
              <a:spcBef>
                <a:spcPts val="0"/>
              </a:spcBef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63" name="テキスト プレースホルダー 12"/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7384737" y="4866687"/>
            <a:ext cx="4396740" cy="1401667"/>
          </a:xfrm>
        </p:spPr>
        <p:txBody>
          <a:bodyPr>
            <a:normAutofit/>
          </a:bodyPr>
          <a:lstStyle>
            <a:lvl1pPr algn="l">
              <a:spcBef>
                <a:spcPts val="0"/>
              </a:spcBef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64" name="フリーフォーム 63"/>
          <p:cNvSpPr/>
          <p:nvPr userDrawn="1"/>
        </p:nvSpPr>
        <p:spPr>
          <a:xfrm rot="2700000">
            <a:off x="2114042" y="5387897"/>
            <a:ext cx="1697453" cy="1525414"/>
          </a:xfrm>
          <a:custGeom>
            <a:avLst/>
            <a:gdLst>
              <a:gd name="connsiteX0" fmla="*/ 1555422 w 5190503"/>
              <a:gd name="connsiteY0" fmla="*/ 742950 h 4665160"/>
              <a:gd name="connsiteX1" fmla="*/ 2298372 w 5190503"/>
              <a:gd name="connsiteY1" fmla="*/ 0 h 4665160"/>
              <a:gd name="connsiteX2" fmla="*/ 5190503 w 5190503"/>
              <a:gd name="connsiteY2" fmla="*/ 0 h 4665160"/>
              <a:gd name="connsiteX3" fmla="*/ 4465431 w 5190503"/>
              <a:gd name="connsiteY3" fmla="*/ 725072 h 4665160"/>
              <a:gd name="connsiteX4" fmla="*/ 4465432 w 5190503"/>
              <a:gd name="connsiteY4" fmla="*/ 725073 h 4665160"/>
              <a:gd name="connsiteX5" fmla="*/ 525345 w 5190503"/>
              <a:gd name="connsiteY5" fmla="*/ 4665160 h 4665160"/>
              <a:gd name="connsiteX6" fmla="*/ 0 w 5190503"/>
              <a:gd name="connsiteY6" fmla="*/ 4139815 h 4665160"/>
              <a:gd name="connsiteX7" fmla="*/ 3396865 w 5190503"/>
              <a:gd name="connsiteY7" fmla="*/ 742950 h 4665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90503" h="4665160">
                <a:moveTo>
                  <a:pt x="1555422" y="742950"/>
                </a:moveTo>
                <a:lnTo>
                  <a:pt x="2298372" y="0"/>
                </a:lnTo>
                <a:lnTo>
                  <a:pt x="5190503" y="0"/>
                </a:lnTo>
                <a:lnTo>
                  <a:pt x="4465431" y="725072"/>
                </a:lnTo>
                <a:lnTo>
                  <a:pt x="4465432" y="725073"/>
                </a:lnTo>
                <a:lnTo>
                  <a:pt x="525345" y="4665160"/>
                </a:lnTo>
                <a:lnTo>
                  <a:pt x="0" y="4139815"/>
                </a:lnTo>
                <a:lnTo>
                  <a:pt x="3396865" y="74295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3162802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decel="10000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decel="10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0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3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0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3" grpId="0" animBg="1"/>
      <p:bldP spid="54" grpId="0" animBg="1"/>
      <p:bldP spid="56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7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8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4" grpId="0" animBg="1"/>
    </p:bldLst>
  </p:timing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37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i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/>
              <a:t>Slide Title Goes Here</a:t>
            </a:r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楕円 9"/>
          <p:cNvSpPr/>
          <p:nvPr userDrawn="1"/>
        </p:nvSpPr>
        <p:spPr>
          <a:xfrm>
            <a:off x="5362424" y="1722628"/>
            <a:ext cx="1467153" cy="4035594"/>
          </a:xfrm>
          <a:prstGeom prst="ellipse">
            <a:avLst/>
          </a:prstGeom>
          <a:noFill/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3" name="楕円 12"/>
          <p:cNvSpPr/>
          <p:nvPr userDrawn="1"/>
        </p:nvSpPr>
        <p:spPr>
          <a:xfrm rot="18000000">
            <a:off x="5362311" y="1722940"/>
            <a:ext cx="1467379" cy="4034971"/>
          </a:xfrm>
          <a:prstGeom prst="ellipse">
            <a:avLst/>
          </a:prstGeom>
          <a:noFill/>
          <a:ln w="5715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4" name="楕円 13"/>
          <p:cNvSpPr/>
          <p:nvPr userDrawn="1"/>
        </p:nvSpPr>
        <p:spPr>
          <a:xfrm rot="14400000">
            <a:off x="5362311" y="1722940"/>
            <a:ext cx="1467379" cy="4034971"/>
          </a:xfrm>
          <a:prstGeom prst="ellipse">
            <a:avLst/>
          </a:prstGeom>
          <a:noFill/>
          <a:ln w="5715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5" name="楕円 14"/>
          <p:cNvSpPr/>
          <p:nvPr userDrawn="1"/>
        </p:nvSpPr>
        <p:spPr>
          <a:xfrm>
            <a:off x="6451345" y="2090566"/>
            <a:ext cx="256931" cy="256971"/>
          </a:xfrm>
          <a:prstGeom prst="ellipse">
            <a:avLst/>
          </a:prstGeom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6" name="楕円 15"/>
          <p:cNvSpPr/>
          <p:nvPr userDrawn="1"/>
        </p:nvSpPr>
        <p:spPr>
          <a:xfrm>
            <a:off x="4241545" y="4199091"/>
            <a:ext cx="256931" cy="256971"/>
          </a:xfrm>
          <a:prstGeom prst="ellipse">
            <a:avLst/>
          </a:prstGeom>
          <a:solidFill>
            <a:schemeClr val="accent2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7" name="楕円 16"/>
          <p:cNvSpPr/>
          <p:nvPr userDrawn="1"/>
        </p:nvSpPr>
        <p:spPr>
          <a:xfrm>
            <a:off x="7262848" y="4777845"/>
            <a:ext cx="256931" cy="256971"/>
          </a:xfrm>
          <a:prstGeom prst="ellipse">
            <a:avLst/>
          </a:prstGeom>
          <a:solidFill>
            <a:schemeClr val="accent3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8" name="テキスト プレースホルダー 12"/>
          <p:cNvSpPr>
            <a:spLocks noGrp="1"/>
          </p:cNvSpPr>
          <p:nvPr>
            <p:ph type="body" sz="quarter" idx="23" hasCustomPrompt="1"/>
          </p:nvPr>
        </p:nvSpPr>
        <p:spPr>
          <a:xfrm>
            <a:off x="8209982" y="2229460"/>
            <a:ext cx="3619752" cy="1199011"/>
          </a:xfrm>
        </p:spPr>
        <p:txBody>
          <a:bodyPr>
            <a:normAutofit/>
          </a:bodyPr>
          <a:lstStyle>
            <a:lvl1pPr algn="l">
              <a:spcBef>
                <a:spcPts val="0"/>
              </a:spcBef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19" name="テキスト プレースホルダー 12"/>
          <p:cNvSpPr>
            <a:spLocks noGrp="1"/>
          </p:cNvSpPr>
          <p:nvPr>
            <p:ph type="body" sz="quarter" idx="24" hasCustomPrompt="1"/>
          </p:nvPr>
        </p:nvSpPr>
        <p:spPr>
          <a:xfrm>
            <a:off x="8209982" y="1569811"/>
            <a:ext cx="3619752" cy="498098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133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20" name="正方形/長方形 19"/>
          <p:cNvSpPr/>
          <p:nvPr userDrawn="1"/>
        </p:nvSpPr>
        <p:spPr>
          <a:xfrm>
            <a:off x="8281647" y="2080000"/>
            <a:ext cx="1218599" cy="480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 sz="1200"/>
          </a:p>
        </p:txBody>
      </p:sp>
      <p:sp>
        <p:nvSpPr>
          <p:cNvPr id="21" name="テキスト プレースホルダー 12"/>
          <p:cNvSpPr>
            <a:spLocks noGrp="1"/>
          </p:cNvSpPr>
          <p:nvPr>
            <p:ph type="body" sz="quarter" idx="16" hasCustomPrompt="1"/>
          </p:nvPr>
        </p:nvSpPr>
        <p:spPr>
          <a:xfrm>
            <a:off x="348640" y="4111956"/>
            <a:ext cx="3676269" cy="1194624"/>
          </a:xfrm>
        </p:spPr>
        <p:txBody>
          <a:bodyPr>
            <a:normAutofit/>
          </a:bodyPr>
          <a:lstStyle>
            <a:lvl1pPr algn="r">
              <a:spcBef>
                <a:spcPts val="0"/>
              </a:spcBef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22" name="テキスト プレースホルダー 12"/>
          <p:cNvSpPr>
            <a:spLocks noGrp="1"/>
          </p:cNvSpPr>
          <p:nvPr>
            <p:ph type="body" sz="quarter" idx="17" hasCustomPrompt="1"/>
          </p:nvPr>
        </p:nvSpPr>
        <p:spPr>
          <a:xfrm>
            <a:off x="348640" y="3452307"/>
            <a:ext cx="3676269" cy="498098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133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23" name="正方形/長方形 22"/>
          <p:cNvSpPr/>
          <p:nvPr userDrawn="1"/>
        </p:nvSpPr>
        <p:spPr>
          <a:xfrm>
            <a:off x="2719579" y="3962496"/>
            <a:ext cx="1218599" cy="480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 sz="1200"/>
          </a:p>
        </p:txBody>
      </p:sp>
      <p:sp>
        <p:nvSpPr>
          <p:cNvPr id="24" name="テキスト プレースホルダー 12"/>
          <p:cNvSpPr>
            <a:spLocks noGrp="1"/>
          </p:cNvSpPr>
          <p:nvPr>
            <p:ph type="body" sz="quarter" idx="25" hasCustomPrompt="1"/>
          </p:nvPr>
        </p:nvSpPr>
        <p:spPr>
          <a:xfrm>
            <a:off x="8209982" y="4481780"/>
            <a:ext cx="3619752" cy="1199011"/>
          </a:xfrm>
        </p:spPr>
        <p:txBody>
          <a:bodyPr>
            <a:normAutofit/>
          </a:bodyPr>
          <a:lstStyle>
            <a:lvl1pPr algn="l">
              <a:spcBef>
                <a:spcPts val="0"/>
              </a:spcBef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25" name="テキスト プレースホルダー 12"/>
          <p:cNvSpPr>
            <a:spLocks noGrp="1"/>
          </p:cNvSpPr>
          <p:nvPr>
            <p:ph type="body" sz="quarter" idx="26" hasCustomPrompt="1"/>
          </p:nvPr>
        </p:nvSpPr>
        <p:spPr>
          <a:xfrm>
            <a:off x="8209982" y="3822131"/>
            <a:ext cx="3619752" cy="498098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133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26" name="正方形/長方形 25"/>
          <p:cNvSpPr/>
          <p:nvPr userDrawn="1"/>
        </p:nvSpPr>
        <p:spPr>
          <a:xfrm>
            <a:off x="8281647" y="4332320"/>
            <a:ext cx="1218599" cy="4801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 sz="1200"/>
          </a:p>
        </p:txBody>
      </p:sp>
      <p:cxnSp>
        <p:nvCxnSpPr>
          <p:cNvPr id="27" name="直線コネクタ 9"/>
          <p:cNvCxnSpPr>
            <a:stCxn id="15" idx="6"/>
            <a:endCxn id="19" idx="1"/>
          </p:cNvCxnSpPr>
          <p:nvPr userDrawn="1"/>
        </p:nvCxnSpPr>
        <p:spPr>
          <a:xfrm flipV="1">
            <a:off x="6708276" y="1818860"/>
            <a:ext cx="1501706" cy="400191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9"/>
          <p:cNvCxnSpPr>
            <a:stCxn id="22" idx="3"/>
            <a:endCxn id="16" idx="0"/>
          </p:cNvCxnSpPr>
          <p:nvPr userDrawn="1"/>
        </p:nvCxnSpPr>
        <p:spPr>
          <a:xfrm>
            <a:off x="4024909" y="3701356"/>
            <a:ext cx="345102" cy="497735"/>
          </a:xfrm>
          <a:prstGeom prst="bentConnector2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9"/>
          <p:cNvCxnSpPr>
            <a:stCxn id="17" idx="6"/>
            <a:endCxn id="25" idx="1"/>
          </p:cNvCxnSpPr>
          <p:nvPr userDrawn="1"/>
        </p:nvCxnSpPr>
        <p:spPr>
          <a:xfrm flipV="1">
            <a:off x="7519779" y="4071180"/>
            <a:ext cx="690203" cy="835150"/>
          </a:xfrm>
          <a:prstGeom prst="bentConnector3">
            <a:avLst>
              <a:gd name="adj1" fmla="val 68225"/>
            </a:avLst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4497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3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5" presetClass="entr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9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5" presetClass="entr" presetSubtype="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45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95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450"/>
                            </p:stCondLst>
                            <p:childTnLst>
                              <p:par>
                                <p:cTn id="41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95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45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950"/>
                            </p:stCondLst>
                            <p:childTnLst>
                              <p:par>
                                <p:cTn id="5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450"/>
                            </p:stCondLst>
                            <p:childTnLst>
                              <p:par>
                                <p:cTn id="62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200"/>
                            </p:stCondLst>
                            <p:childTnLst>
                              <p:par>
                                <p:cTn id="7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7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62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6700"/>
                            </p:stCondLst>
                            <p:childTnLst>
                              <p:par>
                                <p:cTn id="83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7200"/>
                            </p:stCondLst>
                            <p:childTnLst>
                              <p:par>
                                <p:cTn id="9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6" grpId="0" animBg="1"/>
      <p:bldP spid="17" grpId="0" animBg="1"/>
      <p:bldP spid="18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animBg="1"/>
      <p:bldP spid="21" grpId="0">
        <p:tmplLst>
          <p:tmpl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animBg="1"/>
      <p:bldP spid="24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animBg="1"/>
    </p:bldLst>
  </p:timing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mparison Tab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/>
              <a:t>Slide Title Goes Here</a:t>
            </a:r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テキスト プレースホルダー 12"/>
          <p:cNvSpPr>
            <a:spLocks noGrp="1"/>
          </p:cNvSpPr>
          <p:nvPr>
            <p:ph type="body" sz="quarter" idx="30" hasCustomPrompt="1"/>
          </p:nvPr>
        </p:nvSpPr>
        <p:spPr>
          <a:xfrm>
            <a:off x="2130659" y="5155660"/>
            <a:ext cx="7930683" cy="1015419"/>
          </a:xfrm>
        </p:spPr>
        <p:txBody>
          <a:bodyPr anchor="ctr">
            <a:normAutofit/>
          </a:bodyPr>
          <a:lstStyle>
            <a:lvl1pPr algn="ctr">
              <a:spcBef>
                <a:spcPts val="0"/>
              </a:spcBef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25" name="正方形/長方形 24"/>
          <p:cNvSpPr/>
          <p:nvPr userDrawn="1"/>
        </p:nvSpPr>
        <p:spPr>
          <a:xfrm>
            <a:off x="1255183" y="1666973"/>
            <a:ext cx="2768600" cy="43206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26" name="正方形/長方形 25"/>
          <p:cNvSpPr/>
          <p:nvPr userDrawn="1"/>
        </p:nvSpPr>
        <p:spPr>
          <a:xfrm>
            <a:off x="1255183" y="2092986"/>
            <a:ext cx="2768600" cy="8467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27" name="正方形/長方形 26"/>
          <p:cNvSpPr/>
          <p:nvPr userDrawn="1"/>
        </p:nvSpPr>
        <p:spPr>
          <a:xfrm>
            <a:off x="1255183" y="2919868"/>
            <a:ext cx="2768600" cy="18705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28" name="正方形/長方形 27"/>
          <p:cNvSpPr/>
          <p:nvPr userDrawn="1"/>
        </p:nvSpPr>
        <p:spPr>
          <a:xfrm>
            <a:off x="1255183" y="4795220"/>
            <a:ext cx="2768600" cy="1641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29" name="テキスト プレースホルダー 18"/>
          <p:cNvSpPr>
            <a:spLocks noGrp="1"/>
          </p:cNvSpPr>
          <p:nvPr>
            <p:ph type="body" sz="quarter" idx="31" hasCustomPrompt="1"/>
          </p:nvPr>
        </p:nvSpPr>
        <p:spPr>
          <a:xfrm>
            <a:off x="1255183" y="2096116"/>
            <a:ext cx="2768600" cy="820621"/>
          </a:xfrm>
          <a:noFill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/>
              <a:t>Text</a:t>
            </a:r>
            <a:endParaRPr kumimoji="1" lang="ja-JP" altLang="en-US"/>
          </a:p>
        </p:txBody>
      </p:sp>
      <p:sp>
        <p:nvSpPr>
          <p:cNvPr id="6" name="テキスト プレースホルダー 18"/>
          <p:cNvSpPr>
            <a:spLocks noGrp="1"/>
          </p:cNvSpPr>
          <p:nvPr>
            <p:ph type="body" sz="quarter" idx="13" hasCustomPrompt="1"/>
          </p:nvPr>
        </p:nvSpPr>
        <p:spPr>
          <a:xfrm>
            <a:off x="1255183" y="1670103"/>
            <a:ext cx="2768600" cy="432067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/>
              <a:t>Table Header</a:t>
            </a:r>
            <a:endParaRPr kumimoji="1" lang="ja-JP" altLang="en-US"/>
          </a:p>
        </p:txBody>
      </p:sp>
      <p:sp>
        <p:nvSpPr>
          <p:cNvPr id="7" name="テキスト プレースホルダー 18"/>
          <p:cNvSpPr>
            <a:spLocks noGrp="1"/>
          </p:cNvSpPr>
          <p:nvPr>
            <p:ph type="body" sz="quarter" idx="14" hasCustomPrompt="1"/>
          </p:nvPr>
        </p:nvSpPr>
        <p:spPr>
          <a:xfrm>
            <a:off x="1255183" y="3030086"/>
            <a:ext cx="2768600" cy="352850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here</a:t>
            </a:r>
            <a:endParaRPr kumimoji="1" lang="ja-JP" altLang="en-US"/>
          </a:p>
        </p:txBody>
      </p:sp>
      <p:sp>
        <p:nvSpPr>
          <p:cNvPr id="30" name="テキスト プレースホルダー 18"/>
          <p:cNvSpPr>
            <a:spLocks noGrp="1"/>
          </p:cNvSpPr>
          <p:nvPr>
            <p:ph type="body" sz="quarter" idx="32" hasCustomPrompt="1"/>
          </p:nvPr>
        </p:nvSpPr>
        <p:spPr>
          <a:xfrm>
            <a:off x="1255183" y="3455050"/>
            <a:ext cx="2768600" cy="352850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here</a:t>
            </a:r>
            <a:endParaRPr kumimoji="1" lang="ja-JP" altLang="en-US"/>
          </a:p>
        </p:txBody>
      </p:sp>
      <p:sp>
        <p:nvSpPr>
          <p:cNvPr id="31" name="テキスト プレースホルダー 18"/>
          <p:cNvSpPr>
            <a:spLocks noGrp="1"/>
          </p:cNvSpPr>
          <p:nvPr>
            <p:ph type="body" sz="quarter" idx="33" hasCustomPrompt="1"/>
          </p:nvPr>
        </p:nvSpPr>
        <p:spPr>
          <a:xfrm>
            <a:off x="1255183" y="3880013"/>
            <a:ext cx="2768600" cy="352850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here</a:t>
            </a:r>
            <a:endParaRPr kumimoji="1" lang="ja-JP" altLang="en-US"/>
          </a:p>
        </p:txBody>
      </p:sp>
      <p:sp>
        <p:nvSpPr>
          <p:cNvPr id="32" name="テキスト プレースホルダー 18"/>
          <p:cNvSpPr>
            <a:spLocks noGrp="1"/>
          </p:cNvSpPr>
          <p:nvPr>
            <p:ph type="body" sz="quarter" idx="34" hasCustomPrompt="1"/>
          </p:nvPr>
        </p:nvSpPr>
        <p:spPr>
          <a:xfrm>
            <a:off x="1255183" y="4304978"/>
            <a:ext cx="2768600" cy="352850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here</a:t>
            </a:r>
            <a:endParaRPr kumimoji="1" lang="ja-JP" altLang="en-US"/>
          </a:p>
        </p:txBody>
      </p:sp>
      <p:sp>
        <p:nvSpPr>
          <p:cNvPr id="33" name="正方形/長方形 32"/>
          <p:cNvSpPr/>
          <p:nvPr userDrawn="1"/>
        </p:nvSpPr>
        <p:spPr>
          <a:xfrm>
            <a:off x="4709583" y="1664591"/>
            <a:ext cx="2768600" cy="43206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4709583" y="2090604"/>
            <a:ext cx="2768600" cy="84675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35" name="正方形/長方形 34"/>
          <p:cNvSpPr/>
          <p:nvPr userDrawn="1"/>
        </p:nvSpPr>
        <p:spPr>
          <a:xfrm>
            <a:off x="4709583" y="2917486"/>
            <a:ext cx="2768600" cy="187055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36" name="正方形/長方形 35"/>
          <p:cNvSpPr/>
          <p:nvPr userDrawn="1"/>
        </p:nvSpPr>
        <p:spPr>
          <a:xfrm>
            <a:off x="4709583" y="4792838"/>
            <a:ext cx="2768600" cy="1641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37" name="テキスト プレースホルダー 18"/>
          <p:cNvSpPr>
            <a:spLocks noGrp="1"/>
          </p:cNvSpPr>
          <p:nvPr>
            <p:ph type="body" sz="quarter" idx="35" hasCustomPrompt="1"/>
          </p:nvPr>
        </p:nvSpPr>
        <p:spPr>
          <a:xfrm>
            <a:off x="4709583" y="2093734"/>
            <a:ext cx="2768600" cy="820621"/>
          </a:xfrm>
          <a:noFill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/>
              <a:t>Text</a:t>
            </a:r>
            <a:endParaRPr kumimoji="1" lang="ja-JP" altLang="en-US"/>
          </a:p>
        </p:txBody>
      </p:sp>
      <p:sp>
        <p:nvSpPr>
          <p:cNvPr id="38" name="テキスト プレースホルダー 18"/>
          <p:cNvSpPr>
            <a:spLocks noGrp="1"/>
          </p:cNvSpPr>
          <p:nvPr>
            <p:ph type="body" sz="quarter" idx="36" hasCustomPrompt="1"/>
          </p:nvPr>
        </p:nvSpPr>
        <p:spPr>
          <a:xfrm>
            <a:off x="4709583" y="1667722"/>
            <a:ext cx="2768600" cy="432067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/>
              <a:t>Table Header</a:t>
            </a:r>
            <a:endParaRPr kumimoji="1" lang="ja-JP" altLang="en-US"/>
          </a:p>
        </p:txBody>
      </p:sp>
      <p:sp>
        <p:nvSpPr>
          <p:cNvPr id="39" name="テキスト プレースホルダー 18"/>
          <p:cNvSpPr>
            <a:spLocks noGrp="1"/>
          </p:cNvSpPr>
          <p:nvPr>
            <p:ph type="body" sz="quarter" idx="37" hasCustomPrompt="1"/>
          </p:nvPr>
        </p:nvSpPr>
        <p:spPr>
          <a:xfrm>
            <a:off x="4709583" y="3027705"/>
            <a:ext cx="2768600" cy="352850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here</a:t>
            </a:r>
            <a:endParaRPr kumimoji="1" lang="ja-JP" altLang="en-US"/>
          </a:p>
        </p:txBody>
      </p:sp>
      <p:sp>
        <p:nvSpPr>
          <p:cNvPr id="40" name="テキスト プレースホルダー 18"/>
          <p:cNvSpPr>
            <a:spLocks noGrp="1"/>
          </p:cNvSpPr>
          <p:nvPr>
            <p:ph type="body" sz="quarter" idx="38" hasCustomPrompt="1"/>
          </p:nvPr>
        </p:nvSpPr>
        <p:spPr>
          <a:xfrm>
            <a:off x="4709583" y="3452668"/>
            <a:ext cx="2768600" cy="352850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here</a:t>
            </a:r>
            <a:endParaRPr kumimoji="1" lang="ja-JP" altLang="en-US"/>
          </a:p>
        </p:txBody>
      </p:sp>
      <p:sp>
        <p:nvSpPr>
          <p:cNvPr id="41" name="テキスト プレースホルダー 18"/>
          <p:cNvSpPr>
            <a:spLocks noGrp="1"/>
          </p:cNvSpPr>
          <p:nvPr>
            <p:ph type="body" sz="quarter" idx="39" hasCustomPrompt="1"/>
          </p:nvPr>
        </p:nvSpPr>
        <p:spPr>
          <a:xfrm>
            <a:off x="4709583" y="3877632"/>
            <a:ext cx="2768600" cy="352850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here</a:t>
            </a:r>
            <a:endParaRPr kumimoji="1" lang="ja-JP" altLang="en-US"/>
          </a:p>
        </p:txBody>
      </p:sp>
      <p:sp>
        <p:nvSpPr>
          <p:cNvPr id="42" name="テキスト プレースホルダー 18"/>
          <p:cNvSpPr>
            <a:spLocks noGrp="1"/>
          </p:cNvSpPr>
          <p:nvPr>
            <p:ph type="body" sz="quarter" idx="40" hasCustomPrompt="1"/>
          </p:nvPr>
        </p:nvSpPr>
        <p:spPr>
          <a:xfrm>
            <a:off x="4709583" y="4302596"/>
            <a:ext cx="2768600" cy="352850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here</a:t>
            </a:r>
            <a:endParaRPr kumimoji="1" lang="ja-JP" altLang="en-US"/>
          </a:p>
        </p:txBody>
      </p:sp>
      <p:sp>
        <p:nvSpPr>
          <p:cNvPr id="43" name="正方形/長方形 42"/>
          <p:cNvSpPr/>
          <p:nvPr userDrawn="1"/>
        </p:nvSpPr>
        <p:spPr>
          <a:xfrm>
            <a:off x="8163983" y="1662178"/>
            <a:ext cx="2768600" cy="43206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44" name="正方形/長方形 43"/>
          <p:cNvSpPr/>
          <p:nvPr userDrawn="1"/>
        </p:nvSpPr>
        <p:spPr>
          <a:xfrm>
            <a:off x="8163983" y="2088190"/>
            <a:ext cx="2768600" cy="84675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>
              <a:latin typeface="+mj-lt"/>
            </a:endParaRPr>
          </a:p>
        </p:txBody>
      </p:sp>
      <p:sp>
        <p:nvSpPr>
          <p:cNvPr id="45" name="正方形/長方形 44"/>
          <p:cNvSpPr/>
          <p:nvPr userDrawn="1"/>
        </p:nvSpPr>
        <p:spPr>
          <a:xfrm>
            <a:off x="8163983" y="2915073"/>
            <a:ext cx="2768600" cy="187055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46" name="正方形/長方形 45"/>
          <p:cNvSpPr/>
          <p:nvPr userDrawn="1"/>
        </p:nvSpPr>
        <p:spPr>
          <a:xfrm>
            <a:off x="8163983" y="4790424"/>
            <a:ext cx="2768600" cy="16412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47" name="テキスト プレースホルダー 18"/>
          <p:cNvSpPr>
            <a:spLocks noGrp="1"/>
          </p:cNvSpPr>
          <p:nvPr>
            <p:ph type="body" sz="quarter" idx="41" hasCustomPrompt="1"/>
          </p:nvPr>
        </p:nvSpPr>
        <p:spPr>
          <a:xfrm>
            <a:off x="8163983" y="2091321"/>
            <a:ext cx="2768600" cy="820621"/>
          </a:xfrm>
          <a:noFill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/>
              <a:t>Text</a:t>
            </a:r>
            <a:endParaRPr kumimoji="1" lang="ja-JP" altLang="en-US"/>
          </a:p>
        </p:txBody>
      </p:sp>
      <p:sp>
        <p:nvSpPr>
          <p:cNvPr id="48" name="テキスト プレースホルダー 18"/>
          <p:cNvSpPr>
            <a:spLocks noGrp="1"/>
          </p:cNvSpPr>
          <p:nvPr>
            <p:ph type="body" sz="quarter" idx="42" hasCustomPrompt="1"/>
          </p:nvPr>
        </p:nvSpPr>
        <p:spPr>
          <a:xfrm>
            <a:off x="8163983" y="1665308"/>
            <a:ext cx="2768600" cy="432067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/>
              <a:t>Table Header</a:t>
            </a:r>
            <a:endParaRPr kumimoji="1" lang="ja-JP" altLang="en-US"/>
          </a:p>
        </p:txBody>
      </p:sp>
      <p:sp>
        <p:nvSpPr>
          <p:cNvPr id="49" name="テキスト プレースホルダー 18"/>
          <p:cNvSpPr>
            <a:spLocks noGrp="1"/>
          </p:cNvSpPr>
          <p:nvPr>
            <p:ph type="body" sz="quarter" idx="43" hasCustomPrompt="1"/>
          </p:nvPr>
        </p:nvSpPr>
        <p:spPr>
          <a:xfrm>
            <a:off x="8163983" y="3025291"/>
            <a:ext cx="2768600" cy="352850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here</a:t>
            </a:r>
            <a:endParaRPr kumimoji="1" lang="ja-JP" altLang="en-US"/>
          </a:p>
        </p:txBody>
      </p:sp>
      <p:sp>
        <p:nvSpPr>
          <p:cNvPr id="50" name="テキスト プレースホルダー 18"/>
          <p:cNvSpPr>
            <a:spLocks noGrp="1"/>
          </p:cNvSpPr>
          <p:nvPr>
            <p:ph type="body" sz="quarter" idx="44" hasCustomPrompt="1"/>
          </p:nvPr>
        </p:nvSpPr>
        <p:spPr>
          <a:xfrm>
            <a:off x="8163983" y="3450254"/>
            <a:ext cx="2768600" cy="352850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here</a:t>
            </a:r>
            <a:endParaRPr kumimoji="1" lang="ja-JP" altLang="en-US"/>
          </a:p>
        </p:txBody>
      </p:sp>
      <p:sp>
        <p:nvSpPr>
          <p:cNvPr id="51" name="テキスト プレースホルダー 18"/>
          <p:cNvSpPr>
            <a:spLocks noGrp="1"/>
          </p:cNvSpPr>
          <p:nvPr>
            <p:ph type="body" sz="quarter" idx="45" hasCustomPrompt="1"/>
          </p:nvPr>
        </p:nvSpPr>
        <p:spPr>
          <a:xfrm>
            <a:off x="8163983" y="3875218"/>
            <a:ext cx="2768600" cy="352850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here</a:t>
            </a:r>
            <a:endParaRPr kumimoji="1" lang="ja-JP" altLang="en-US"/>
          </a:p>
        </p:txBody>
      </p:sp>
      <p:sp>
        <p:nvSpPr>
          <p:cNvPr id="52" name="テキスト プレースホルダー 18"/>
          <p:cNvSpPr>
            <a:spLocks noGrp="1"/>
          </p:cNvSpPr>
          <p:nvPr>
            <p:ph type="body" sz="quarter" idx="46" hasCustomPrompt="1"/>
          </p:nvPr>
        </p:nvSpPr>
        <p:spPr>
          <a:xfrm>
            <a:off x="8163983" y="4300182"/>
            <a:ext cx="2768600" cy="352850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here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286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75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50"/>
                            </p:stCondLst>
                            <p:childTnLst>
                              <p:par>
                                <p:cTn id="43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75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75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75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55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3350"/>
                            </p:stCondLst>
                            <p:childTnLst>
                              <p:par>
                                <p:cTn id="81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75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75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75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75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4350"/>
                            </p:stCondLst>
                            <p:childTnLst>
                              <p:par>
                                <p:cTn id="10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150"/>
                            </p:stCondLst>
                            <p:childTnLst>
                              <p:par>
                                <p:cTn id="1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  <p:bldP spid="26" grpId="0" animBg="1"/>
      <p:bldP spid="27" grpId="0" animBg="1"/>
      <p:bldP spid="28" grpId="0" animBg="1"/>
      <p:bldP spid="29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animBg="1"/>
      <p:bldP spid="34" grpId="0" animBg="1"/>
      <p:bldP spid="35" grpId="0" animBg="1"/>
      <p:bldP spid="36" grpId="0" animBg="1"/>
      <p:bldP spid="37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animBg="1"/>
      <p:bldP spid="44" grpId="0" animBg="1"/>
      <p:bldP spid="45" grpId="0" animBg="1"/>
      <p:bldP spid="46" grpId="0" animBg="1"/>
      <p:bldP spid="47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mparison Tab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/>
              <a:t>Slide Title Goes Here</a:t>
            </a:r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テキスト プレースホルダー 12"/>
          <p:cNvSpPr>
            <a:spLocks noGrp="1"/>
          </p:cNvSpPr>
          <p:nvPr>
            <p:ph type="body" sz="quarter" idx="30" hasCustomPrompt="1"/>
          </p:nvPr>
        </p:nvSpPr>
        <p:spPr>
          <a:xfrm>
            <a:off x="2130659" y="5155660"/>
            <a:ext cx="7930683" cy="1015419"/>
          </a:xfrm>
        </p:spPr>
        <p:txBody>
          <a:bodyPr anchor="ctr">
            <a:normAutofit/>
          </a:bodyPr>
          <a:lstStyle>
            <a:lvl1pPr algn="ctr">
              <a:spcBef>
                <a:spcPts val="0"/>
              </a:spcBef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25" name="正方形/長方形 24"/>
          <p:cNvSpPr/>
          <p:nvPr userDrawn="1"/>
        </p:nvSpPr>
        <p:spPr>
          <a:xfrm>
            <a:off x="633861" y="1666973"/>
            <a:ext cx="2578263" cy="43206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26" name="正方形/長方形 25"/>
          <p:cNvSpPr/>
          <p:nvPr userDrawn="1"/>
        </p:nvSpPr>
        <p:spPr>
          <a:xfrm>
            <a:off x="633861" y="2092986"/>
            <a:ext cx="2578263" cy="8467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27" name="正方形/長方形 26"/>
          <p:cNvSpPr/>
          <p:nvPr userDrawn="1"/>
        </p:nvSpPr>
        <p:spPr>
          <a:xfrm>
            <a:off x="633861" y="2919868"/>
            <a:ext cx="2578263" cy="18705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28" name="正方形/長方形 27"/>
          <p:cNvSpPr/>
          <p:nvPr userDrawn="1"/>
        </p:nvSpPr>
        <p:spPr>
          <a:xfrm>
            <a:off x="633861" y="4795220"/>
            <a:ext cx="2578263" cy="1641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29" name="テキスト プレースホルダー 18"/>
          <p:cNvSpPr>
            <a:spLocks noGrp="1"/>
          </p:cNvSpPr>
          <p:nvPr>
            <p:ph type="body" sz="quarter" idx="31" hasCustomPrompt="1"/>
          </p:nvPr>
        </p:nvSpPr>
        <p:spPr>
          <a:xfrm>
            <a:off x="633861" y="2096116"/>
            <a:ext cx="2578263" cy="820621"/>
          </a:xfrm>
          <a:noFill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/>
              <a:t>Text</a:t>
            </a:r>
            <a:endParaRPr kumimoji="1" lang="ja-JP" altLang="en-US"/>
          </a:p>
        </p:txBody>
      </p:sp>
      <p:sp>
        <p:nvSpPr>
          <p:cNvPr id="6" name="テキスト プレースホルダー 18"/>
          <p:cNvSpPr>
            <a:spLocks noGrp="1"/>
          </p:cNvSpPr>
          <p:nvPr>
            <p:ph type="body" sz="quarter" idx="13" hasCustomPrompt="1"/>
          </p:nvPr>
        </p:nvSpPr>
        <p:spPr>
          <a:xfrm>
            <a:off x="633861" y="1670103"/>
            <a:ext cx="2578263" cy="432067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/>
              <a:t>Table Header</a:t>
            </a:r>
            <a:endParaRPr kumimoji="1" lang="ja-JP" altLang="en-US"/>
          </a:p>
        </p:txBody>
      </p:sp>
      <p:sp>
        <p:nvSpPr>
          <p:cNvPr id="7" name="テキスト プレースホルダー 18"/>
          <p:cNvSpPr>
            <a:spLocks noGrp="1"/>
          </p:cNvSpPr>
          <p:nvPr>
            <p:ph type="body" sz="quarter" idx="14" hasCustomPrompt="1"/>
          </p:nvPr>
        </p:nvSpPr>
        <p:spPr>
          <a:xfrm>
            <a:off x="633861" y="3030086"/>
            <a:ext cx="2578263" cy="352850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here</a:t>
            </a:r>
            <a:endParaRPr kumimoji="1" lang="ja-JP" altLang="en-US"/>
          </a:p>
        </p:txBody>
      </p:sp>
      <p:sp>
        <p:nvSpPr>
          <p:cNvPr id="30" name="テキスト プレースホルダー 18"/>
          <p:cNvSpPr>
            <a:spLocks noGrp="1"/>
          </p:cNvSpPr>
          <p:nvPr>
            <p:ph type="body" sz="quarter" idx="32" hasCustomPrompt="1"/>
          </p:nvPr>
        </p:nvSpPr>
        <p:spPr>
          <a:xfrm>
            <a:off x="633861" y="3455050"/>
            <a:ext cx="2578263" cy="352850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here</a:t>
            </a:r>
            <a:endParaRPr kumimoji="1" lang="ja-JP" altLang="en-US"/>
          </a:p>
        </p:txBody>
      </p:sp>
      <p:sp>
        <p:nvSpPr>
          <p:cNvPr id="31" name="テキスト プレースホルダー 18"/>
          <p:cNvSpPr>
            <a:spLocks noGrp="1"/>
          </p:cNvSpPr>
          <p:nvPr>
            <p:ph type="body" sz="quarter" idx="33" hasCustomPrompt="1"/>
          </p:nvPr>
        </p:nvSpPr>
        <p:spPr>
          <a:xfrm>
            <a:off x="633861" y="3880013"/>
            <a:ext cx="2578263" cy="352850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here</a:t>
            </a:r>
            <a:endParaRPr kumimoji="1" lang="ja-JP" altLang="en-US"/>
          </a:p>
        </p:txBody>
      </p:sp>
      <p:sp>
        <p:nvSpPr>
          <p:cNvPr id="32" name="テキスト プレースホルダー 18"/>
          <p:cNvSpPr>
            <a:spLocks noGrp="1"/>
          </p:cNvSpPr>
          <p:nvPr>
            <p:ph type="body" sz="quarter" idx="34" hasCustomPrompt="1"/>
          </p:nvPr>
        </p:nvSpPr>
        <p:spPr>
          <a:xfrm>
            <a:off x="633861" y="4304978"/>
            <a:ext cx="2578263" cy="352850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here</a:t>
            </a:r>
            <a:endParaRPr kumimoji="1" lang="ja-JP" altLang="en-US"/>
          </a:p>
        </p:txBody>
      </p:sp>
      <p:sp>
        <p:nvSpPr>
          <p:cNvPr id="33" name="正方形/長方形 32"/>
          <p:cNvSpPr/>
          <p:nvPr userDrawn="1"/>
        </p:nvSpPr>
        <p:spPr>
          <a:xfrm>
            <a:off x="3417277" y="1664591"/>
            <a:ext cx="2578263" cy="43206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3417277" y="2090604"/>
            <a:ext cx="2578263" cy="84675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35" name="正方形/長方形 34"/>
          <p:cNvSpPr/>
          <p:nvPr userDrawn="1"/>
        </p:nvSpPr>
        <p:spPr>
          <a:xfrm>
            <a:off x="3417277" y="2917486"/>
            <a:ext cx="2578263" cy="187055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36" name="正方形/長方形 35"/>
          <p:cNvSpPr/>
          <p:nvPr userDrawn="1"/>
        </p:nvSpPr>
        <p:spPr>
          <a:xfrm>
            <a:off x="3417277" y="4792838"/>
            <a:ext cx="2578263" cy="1641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37" name="テキスト プレースホルダー 18"/>
          <p:cNvSpPr>
            <a:spLocks noGrp="1"/>
          </p:cNvSpPr>
          <p:nvPr>
            <p:ph type="body" sz="quarter" idx="35" hasCustomPrompt="1"/>
          </p:nvPr>
        </p:nvSpPr>
        <p:spPr>
          <a:xfrm>
            <a:off x="3417277" y="2093734"/>
            <a:ext cx="2578263" cy="820621"/>
          </a:xfrm>
          <a:noFill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/>
              <a:t>Text</a:t>
            </a:r>
            <a:endParaRPr kumimoji="1" lang="ja-JP" altLang="en-US"/>
          </a:p>
        </p:txBody>
      </p:sp>
      <p:sp>
        <p:nvSpPr>
          <p:cNvPr id="38" name="テキスト プレースホルダー 18"/>
          <p:cNvSpPr>
            <a:spLocks noGrp="1"/>
          </p:cNvSpPr>
          <p:nvPr>
            <p:ph type="body" sz="quarter" idx="36" hasCustomPrompt="1"/>
          </p:nvPr>
        </p:nvSpPr>
        <p:spPr>
          <a:xfrm>
            <a:off x="3417277" y="1667722"/>
            <a:ext cx="2578263" cy="432067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/>
              <a:t>Table Header</a:t>
            </a:r>
            <a:endParaRPr kumimoji="1" lang="ja-JP" altLang="en-US"/>
          </a:p>
        </p:txBody>
      </p:sp>
      <p:sp>
        <p:nvSpPr>
          <p:cNvPr id="39" name="テキスト プレースホルダー 18"/>
          <p:cNvSpPr>
            <a:spLocks noGrp="1"/>
          </p:cNvSpPr>
          <p:nvPr>
            <p:ph type="body" sz="quarter" idx="37" hasCustomPrompt="1"/>
          </p:nvPr>
        </p:nvSpPr>
        <p:spPr>
          <a:xfrm>
            <a:off x="3417277" y="3027705"/>
            <a:ext cx="2578263" cy="352850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here</a:t>
            </a:r>
            <a:endParaRPr kumimoji="1" lang="ja-JP" altLang="en-US"/>
          </a:p>
        </p:txBody>
      </p:sp>
      <p:sp>
        <p:nvSpPr>
          <p:cNvPr id="40" name="テキスト プレースホルダー 18"/>
          <p:cNvSpPr>
            <a:spLocks noGrp="1"/>
          </p:cNvSpPr>
          <p:nvPr>
            <p:ph type="body" sz="quarter" idx="38" hasCustomPrompt="1"/>
          </p:nvPr>
        </p:nvSpPr>
        <p:spPr>
          <a:xfrm>
            <a:off x="3417277" y="3452668"/>
            <a:ext cx="2578263" cy="352850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here</a:t>
            </a:r>
            <a:endParaRPr kumimoji="1" lang="ja-JP" altLang="en-US"/>
          </a:p>
        </p:txBody>
      </p:sp>
      <p:sp>
        <p:nvSpPr>
          <p:cNvPr id="41" name="テキスト プレースホルダー 18"/>
          <p:cNvSpPr>
            <a:spLocks noGrp="1"/>
          </p:cNvSpPr>
          <p:nvPr>
            <p:ph type="body" sz="quarter" idx="39" hasCustomPrompt="1"/>
          </p:nvPr>
        </p:nvSpPr>
        <p:spPr>
          <a:xfrm>
            <a:off x="3417277" y="3877632"/>
            <a:ext cx="2578263" cy="352850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here</a:t>
            </a:r>
            <a:endParaRPr kumimoji="1" lang="ja-JP" altLang="en-US"/>
          </a:p>
        </p:txBody>
      </p:sp>
      <p:sp>
        <p:nvSpPr>
          <p:cNvPr id="42" name="テキスト プレースホルダー 18"/>
          <p:cNvSpPr>
            <a:spLocks noGrp="1"/>
          </p:cNvSpPr>
          <p:nvPr>
            <p:ph type="body" sz="quarter" idx="40" hasCustomPrompt="1"/>
          </p:nvPr>
        </p:nvSpPr>
        <p:spPr>
          <a:xfrm>
            <a:off x="3417277" y="4302596"/>
            <a:ext cx="2578263" cy="352850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here</a:t>
            </a:r>
            <a:endParaRPr kumimoji="1" lang="ja-JP" altLang="en-US"/>
          </a:p>
        </p:txBody>
      </p:sp>
      <p:sp>
        <p:nvSpPr>
          <p:cNvPr id="43" name="正方形/長方形 42"/>
          <p:cNvSpPr/>
          <p:nvPr userDrawn="1"/>
        </p:nvSpPr>
        <p:spPr>
          <a:xfrm>
            <a:off x="6200694" y="1662178"/>
            <a:ext cx="2578263" cy="43206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44" name="正方形/長方形 43"/>
          <p:cNvSpPr/>
          <p:nvPr userDrawn="1"/>
        </p:nvSpPr>
        <p:spPr>
          <a:xfrm>
            <a:off x="6200694" y="2088190"/>
            <a:ext cx="2578263" cy="84675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>
              <a:latin typeface="+mj-lt"/>
            </a:endParaRPr>
          </a:p>
        </p:txBody>
      </p:sp>
      <p:sp>
        <p:nvSpPr>
          <p:cNvPr id="45" name="正方形/長方形 44"/>
          <p:cNvSpPr/>
          <p:nvPr userDrawn="1"/>
        </p:nvSpPr>
        <p:spPr>
          <a:xfrm>
            <a:off x="6200694" y="2915073"/>
            <a:ext cx="2578263" cy="187055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46" name="正方形/長方形 45"/>
          <p:cNvSpPr/>
          <p:nvPr userDrawn="1"/>
        </p:nvSpPr>
        <p:spPr>
          <a:xfrm>
            <a:off x="6200694" y="4790424"/>
            <a:ext cx="2578263" cy="16412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47" name="テキスト プレースホルダー 18"/>
          <p:cNvSpPr>
            <a:spLocks noGrp="1"/>
          </p:cNvSpPr>
          <p:nvPr>
            <p:ph type="body" sz="quarter" idx="41" hasCustomPrompt="1"/>
          </p:nvPr>
        </p:nvSpPr>
        <p:spPr>
          <a:xfrm>
            <a:off x="6200694" y="2091321"/>
            <a:ext cx="2578263" cy="820621"/>
          </a:xfrm>
          <a:noFill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/>
              <a:t>Text</a:t>
            </a:r>
            <a:endParaRPr kumimoji="1" lang="ja-JP" altLang="en-US"/>
          </a:p>
        </p:txBody>
      </p:sp>
      <p:sp>
        <p:nvSpPr>
          <p:cNvPr id="48" name="テキスト プレースホルダー 18"/>
          <p:cNvSpPr>
            <a:spLocks noGrp="1"/>
          </p:cNvSpPr>
          <p:nvPr>
            <p:ph type="body" sz="quarter" idx="42" hasCustomPrompt="1"/>
          </p:nvPr>
        </p:nvSpPr>
        <p:spPr>
          <a:xfrm>
            <a:off x="6200694" y="1665308"/>
            <a:ext cx="2578263" cy="432067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/>
              <a:t>Table Header</a:t>
            </a:r>
            <a:endParaRPr kumimoji="1" lang="ja-JP" altLang="en-US"/>
          </a:p>
        </p:txBody>
      </p:sp>
      <p:sp>
        <p:nvSpPr>
          <p:cNvPr id="49" name="テキスト プレースホルダー 18"/>
          <p:cNvSpPr>
            <a:spLocks noGrp="1"/>
          </p:cNvSpPr>
          <p:nvPr>
            <p:ph type="body" sz="quarter" idx="43" hasCustomPrompt="1"/>
          </p:nvPr>
        </p:nvSpPr>
        <p:spPr>
          <a:xfrm>
            <a:off x="6200694" y="3025291"/>
            <a:ext cx="2578263" cy="352850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here</a:t>
            </a:r>
            <a:endParaRPr kumimoji="1" lang="ja-JP" altLang="en-US"/>
          </a:p>
        </p:txBody>
      </p:sp>
      <p:sp>
        <p:nvSpPr>
          <p:cNvPr id="50" name="テキスト プレースホルダー 18"/>
          <p:cNvSpPr>
            <a:spLocks noGrp="1"/>
          </p:cNvSpPr>
          <p:nvPr>
            <p:ph type="body" sz="quarter" idx="44" hasCustomPrompt="1"/>
          </p:nvPr>
        </p:nvSpPr>
        <p:spPr>
          <a:xfrm>
            <a:off x="6200694" y="3450254"/>
            <a:ext cx="2578263" cy="352850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here</a:t>
            </a:r>
            <a:endParaRPr kumimoji="1" lang="ja-JP" altLang="en-US"/>
          </a:p>
        </p:txBody>
      </p:sp>
      <p:sp>
        <p:nvSpPr>
          <p:cNvPr id="51" name="テキスト プレースホルダー 18"/>
          <p:cNvSpPr>
            <a:spLocks noGrp="1"/>
          </p:cNvSpPr>
          <p:nvPr>
            <p:ph type="body" sz="quarter" idx="45" hasCustomPrompt="1"/>
          </p:nvPr>
        </p:nvSpPr>
        <p:spPr>
          <a:xfrm>
            <a:off x="6200694" y="3875218"/>
            <a:ext cx="2578263" cy="352850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here</a:t>
            </a:r>
            <a:endParaRPr kumimoji="1" lang="ja-JP" altLang="en-US"/>
          </a:p>
        </p:txBody>
      </p:sp>
      <p:sp>
        <p:nvSpPr>
          <p:cNvPr id="52" name="テキスト プレースホルダー 18"/>
          <p:cNvSpPr>
            <a:spLocks noGrp="1"/>
          </p:cNvSpPr>
          <p:nvPr>
            <p:ph type="body" sz="quarter" idx="46" hasCustomPrompt="1"/>
          </p:nvPr>
        </p:nvSpPr>
        <p:spPr>
          <a:xfrm>
            <a:off x="6200694" y="4300182"/>
            <a:ext cx="2578263" cy="352850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here</a:t>
            </a:r>
            <a:endParaRPr kumimoji="1" lang="ja-JP" altLang="en-US"/>
          </a:p>
        </p:txBody>
      </p:sp>
      <p:sp>
        <p:nvSpPr>
          <p:cNvPr id="53" name="正方形/長方形 52"/>
          <p:cNvSpPr/>
          <p:nvPr userDrawn="1"/>
        </p:nvSpPr>
        <p:spPr>
          <a:xfrm>
            <a:off x="8984111" y="1665308"/>
            <a:ext cx="2578263" cy="43206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54" name="正方形/長方形 53"/>
          <p:cNvSpPr/>
          <p:nvPr userDrawn="1"/>
        </p:nvSpPr>
        <p:spPr>
          <a:xfrm>
            <a:off x="8984111" y="2091321"/>
            <a:ext cx="2578263" cy="84675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>
              <a:latin typeface="+mj-lt"/>
            </a:endParaRPr>
          </a:p>
        </p:txBody>
      </p:sp>
      <p:sp>
        <p:nvSpPr>
          <p:cNvPr id="55" name="正方形/長方形 54"/>
          <p:cNvSpPr/>
          <p:nvPr userDrawn="1"/>
        </p:nvSpPr>
        <p:spPr>
          <a:xfrm>
            <a:off x="8984111" y="2918203"/>
            <a:ext cx="2578263" cy="187055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56" name="正方形/長方形 55"/>
          <p:cNvSpPr/>
          <p:nvPr userDrawn="1"/>
        </p:nvSpPr>
        <p:spPr>
          <a:xfrm>
            <a:off x="8984111" y="4793555"/>
            <a:ext cx="2578263" cy="16412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57" name="テキスト プレースホルダー 18"/>
          <p:cNvSpPr>
            <a:spLocks noGrp="1"/>
          </p:cNvSpPr>
          <p:nvPr>
            <p:ph type="body" sz="quarter" idx="47" hasCustomPrompt="1"/>
          </p:nvPr>
        </p:nvSpPr>
        <p:spPr>
          <a:xfrm>
            <a:off x="8984111" y="2094451"/>
            <a:ext cx="2578263" cy="820621"/>
          </a:xfrm>
          <a:noFill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/>
              <a:t>Text</a:t>
            </a:r>
            <a:endParaRPr kumimoji="1" lang="ja-JP" altLang="en-US"/>
          </a:p>
        </p:txBody>
      </p:sp>
      <p:sp>
        <p:nvSpPr>
          <p:cNvPr id="58" name="テキスト プレースホルダー 18"/>
          <p:cNvSpPr>
            <a:spLocks noGrp="1"/>
          </p:cNvSpPr>
          <p:nvPr>
            <p:ph type="body" sz="quarter" idx="48" hasCustomPrompt="1"/>
          </p:nvPr>
        </p:nvSpPr>
        <p:spPr>
          <a:xfrm>
            <a:off x="8984111" y="1668439"/>
            <a:ext cx="2578263" cy="432067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/>
              <a:t>Table Header</a:t>
            </a:r>
            <a:endParaRPr kumimoji="1" lang="ja-JP" altLang="en-US"/>
          </a:p>
        </p:txBody>
      </p:sp>
      <p:sp>
        <p:nvSpPr>
          <p:cNvPr id="59" name="テキスト プレースホルダー 18"/>
          <p:cNvSpPr>
            <a:spLocks noGrp="1"/>
          </p:cNvSpPr>
          <p:nvPr>
            <p:ph type="body" sz="quarter" idx="49" hasCustomPrompt="1"/>
          </p:nvPr>
        </p:nvSpPr>
        <p:spPr>
          <a:xfrm>
            <a:off x="8984111" y="3028421"/>
            <a:ext cx="2578263" cy="352850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here</a:t>
            </a:r>
            <a:endParaRPr kumimoji="1" lang="ja-JP" altLang="en-US"/>
          </a:p>
        </p:txBody>
      </p:sp>
      <p:sp>
        <p:nvSpPr>
          <p:cNvPr id="60" name="テキスト プレースホルダー 18"/>
          <p:cNvSpPr>
            <a:spLocks noGrp="1"/>
          </p:cNvSpPr>
          <p:nvPr>
            <p:ph type="body" sz="quarter" idx="50" hasCustomPrompt="1"/>
          </p:nvPr>
        </p:nvSpPr>
        <p:spPr>
          <a:xfrm>
            <a:off x="8984111" y="3453385"/>
            <a:ext cx="2578263" cy="352850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here</a:t>
            </a:r>
            <a:endParaRPr kumimoji="1" lang="ja-JP" altLang="en-US"/>
          </a:p>
        </p:txBody>
      </p:sp>
      <p:sp>
        <p:nvSpPr>
          <p:cNvPr id="61" name="テキスト プレースホルダー 18"/>
          <p:cNvSpPr>
            <a:spLocks noGrp="1"/>
          </p:cNvSpPr>
          <p:nvPr>
            <p:ph type="body" sz="quarter" idx="51" hasCustomPrompt="1"/>
          </p:nvPr>
        </p:nvSpPr>
        <p:spPr>
          <a:xfrm>
            <a:off x="8984111" y="3878349"/>
            <a:ext cx="2578263" cy="352850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here</a:t>
            </a:r>
            <a:endParaRPr kumimoji="1" lang="ja-JP" altLang="en-US"/>
          </a:p>
        </p:txBody>
      </p:sp>
      <p:sp>
        <p:nvSpPr>
          <p:cNvPr id="62" name="テキスト プレースホルダー 18"/>
          <p:cNvSpPr>
            <a:spLocks noGrp="1"/>
          </p:cNvSpPr>
          <p:nvPr>
            <p:ph type="body" sz="quarter" idx="52" hasCustomPrompt="1"/>
          </p:nvPr>
        </p:nvSpPr>
        <p:spPr>
          <a:xfrm>
            <a:off x="8984111" y="4303313"/>
            <a:ext cx="2578263" cy="352850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here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1542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75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50"/>
                            </p:stCondLst>
                            <p:childTnLst>
                              <p:par>
                                <p:cTn id="43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75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75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75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55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3350"/>
                            </p:stCondLst>
                            <p:childTnLst>
                              <p:par>
                                <p:cTn id="81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75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75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75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75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4350"/>
                            </p:stCondLst>
                            <p:childTnLst>
                              <p:par>
                                <p:cTn id="10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150"/>
                            </p:stCondLst>
                            <p:childTnLst>
                              <p:par>
                                <p:cTn id="119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75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75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75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75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6150"/>
                            </p:stCondLst>
                            <p:childTnLst>
                              <p:par>
                                <p:cTn id="1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6950"/>
                            </p:stCondLst>
                            <p:childTnLst>
                              <p:par>
                                <p:cTn id="1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  <p:bldP spid="26" grpId="0" animBg="1"/>
      <p:bldP spid="27" grpId="0" animBg="1"/>
      <p:bldP spid="28" grpId="0" animBg="1"/>
      <p:bldP spid="29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animBg="1"/>
      <p:bldP spid="34" grpId="0" animBg="1"/>
      <p:bldP spid="35" grpId="0" animBg="1"/>
      <p:bldP spid="36" grpId="0" animBg="1"/>
      <p:bldP spid="37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animBg="1"/>
      <p:bldP spid="44" grpId="0" animBg="1"/>
      <p:bldP spid="45" grpId="0" animBg="1"/>
      <p:bldP spid="46" grpId="0" animBg="1"/>
      <p:bldP spid="47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3" grpId="0" animBg="1"/>
      <p:bldP spid="54" grpId="0" animBg="1"/>
      <p:bldP spid="55" grpId="0" animBg="1"/>
      <p:bldP spid="56" grpId="0" animBg="1"/>
      <p:bldP spid="57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5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5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8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5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5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0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1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de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フリーフォーム 88"/>
          <p:cNvSpPr/>
          <p:nvPr userDrawn="1"/>
        </p:nvSpPr>
        <p:spPr>
          <a:xfrm flipH="1">
            <a:off x="4726989" y="2560410"/>
            <a:ext cx="791174" cy="1308122"/>
          </a:xfrm>
          <a:custGeom>
            <a:avLst/>
            <a:gdLst>
              <a:gd name="connsiteX0" fmla="*/ 955911 w 1186761"/>
              <a:gd name="connsiteY0" fmla="*/ 0 h 1961880"/>
              <a:gd name="connsiteX1" fmla="*/ 967744 w 1186761"/>
              <a:gd name="connsiteY1" fmla="*/ 21021 h 1961880"/>
              <a:gd name="connsiteX2" fmla="*/ 1186761 w 1186761"/>
              <a:gd name="connsiteY2" fmla="*/ 944799 h 1961880"/>
              <a:gd name="connsiteX3" fmla="*/ 935168 w 1186761"/>
              <a:gd name="connsiteY3" fmla="*/ 1930146 h 1961880"/>
              <a:gd name="connsiteX4" fmla="*/ 916287 w 1186761"/>
              <a:gd name="connsiteY4" fmla="*/ 1961880 h 1961880"/>
              <a:gd name="connsiteX5" fmla="*/ 0 w 1186761"/>
              <a:gd name="connsiteY5" fmla="*/ 1432861 h 1961880"/>
              <a:gd name="connsiteX6" fmla="*/ 8472 w 1186761"/>
              <a:gd name="connsiteY6" fmla="*/ 1418915 h 1961880"/>
              <a:gd name="connsiteX7" fmla="*/ 128607 w 1186761"/>
              <a:gd name="connsiteY7" fmla="*/ 944466 h 1961880"/>
              <a:gd name="connsiteX8" fmla="*/ 59565 w 1186761"/>
              <a:gd name="connsiteY8" fmla="*/ 579492 h 1961880"/>
              <a:gd name="connsiteX9" fmla="*/ 37489 w 1186761"/>
              <a:gd name="connsiteY9" fmla="*/ 530251 h 1961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86761" h="1961880">
                <a:moveTo>
                  <a:pt x="955911" y="0"/>
                </a:moveTo>
                <a:lnTo>
                  <a:pt x="967744" y="21021"/>
                </a:lnTo>
                <a:cubicBezTo>
                  <a:pt x="1107849" y="298703"/>
                  <a:pt x="1186761" y="612536"/>
                  <a:pt x="1186761" y="944799"/>
                </a:cubicBezTo>
                <a:cubicBezTo>
                  <a:pt x="1186761" y="1301938"/>
                  <a:pt x="1095592" y="1637782"/>
                  <a:pt x="935168" y="1930146"/>
                </a:cubicBezTo>
                <a:lnTo>
                  <a:pt x="916287" y="1961880"/>
                </a:lnTo>
                <a:lnTo>
                  <a:pt x="0" y="1432861"/>
                </a:lnTo>
                <a:lnTo>
                  <a:pt x="8472" y="1418915"/>
                </a:lnTo>
                <a:cubicBezTo>
                  <a:pt x="85088" y="1277879"/>
                  <a:pt x="128607" y="1116255"/>
                  <a:pt x="128607" y="944466"/>
                </a:cubicBezTo>
                <a:cubicBezTo>
                  <a:pt x="128607" y="815625"/>
                  <a:pt x="104127" y="692501"/>
                  <a:pt x="59565" y="579492"/>
                </a:cubicBezTo>
                <a:lnTo>
                  <a:pt x="37489" y="53025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200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/>
              <a:t>Slide Title Goes Here</a:t>
            </a:r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1" name="角丸四角形 50"/>
          <p:cNvSpPr/>
          <p:nvPr userDrawn="1"/>
        </p:nvSpPr>
        <p:spPr>
          <a:xfrm>
            <a:off x="5505143" y="4827724"/>
            <a:ext cx="1181715" cy="1925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200"/>
          </a:p>
        </p:txBody>
      </p:sp>
      <p:grpSp>
        <p:nvGrpSpPr>
          <p:cNvPr id="92" name="グループ化 91"/>
          <p:cNvGrpSpPr/>
          <p:nvPr userDrawn="1"/>
        </p:nvGrpSpPr>
        <p:grpSpPr>
          <a:xfrm>
            <a:off x="5505143" y="5083557"/>
            <a:ext cx="1181715" cy="398910"/>
            <a:chOff x="8257714" y="7948214"/>
            <a:chExt cx="1772573" cy="598272"/>
          </a:xfrm>
        </p:grpSpPr>
        <p:sp>
          <p:nvSpPr>
            <p:cNvPr id="52" name="角丸四角形 51"/>
            <p:cNvSpPr/>
            <p:nvPr userDrawn="1"/>
          </p:nvSpPr>
          <p:spPr>
            <a:xfrm>
              <a:off x="8257714" y="7948214"/>
              <a:ext cx="1772573" cy="288717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53" name="円/楕円 7"/>
            <p:cNvSpPr/>
            <p:nvPr userDrawn="1"/>
          </p:nvSpPr>
          <p:spPr>
            <a:xfrm>
              <a:off x="8690097" y="8160953"/>
              <a:ext cx="907807" cy="385533"/>
            </a:xfrm>
            <a:custGeom>
              <a:avLst/>
              <a:gdLst/>
              <a:ahLst/>
              <a:cxnLst/>
              <a:rect l="l" t="t" r="r" b="b"/>
              <a:pathLst>
                <a:path w="758714" h="322215">
                  <a:moveTo>
                    <a:pt x="0" y="0"/>
                  </a:moveTo>
                  <a:lnTo>
                    <a:pt x="758714" y="0"/>
                  </a:lnTo>
                  <a:cubicBezTo>
                    <a:pt x="729497" y="182913"/>
                    <a:pt x="570695" y="322215"/>
                    <a:pt x="379357" y="322215"/>
                  </a:cubicBezTo>
                  <a:cubicBezTo>
                    <a:pt x="188019" y="322215"/>
                    <a:pt x="29217" y="18291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1200"/>
            </a:p>
          </p:txBody>
        </p:sp>
      </p:grpSp>
      <p:sp>
        <p:nvSpPr>
          <p:cNvPr id="76" name="フリーフォーム 75"/>
          <p:cNvSpPr/>
          <p:nvPr userDrawn="1"/>
        </p:nvSpPr>
        <p:spPr>
          <a:xfrm>
            <a:off x="6108820" y="1825291"/>
            <a:ext cx="1184919" cy="1064362"/>
          </a:xfrm>
          <a:custGeom>
            <a:avLst/>
            <a:gdLst>
              <a:gd name="connsiteX0" fmla="*/ 0 w 1777378"/>
              <a:gd name="connsiteY0" fmla="*/ 0 h 1596296"/>
              <a:gd name="connsiteX1" fmla="*/ 187100 w 1777378"/>
              <a:gd name="connsiteY1" fmla="*/ 9447 h 1596296"/>
              <a:gd name="connsiteX2" fmla="*/ 1720375 w 1777378"/>
              <a:gd name="connsiteY2" fmla="*/ 966454 h 1596296"/>
              <a:gd name="connsiteX3" fmla="*/ 1777378 w 1777378"/>
              <a:gd name="connsiteY3" fmla="*/ 1067720 h 1596296"/>
              <a:gd name="connsiteX4" fmla="*/ 861857 w 1777378"/>
              <a:gd name="connsiteY4" fmla="*/ 1596296 h 1596296"/>
              <a:gd name="connsiteX5" fmla="*/ 822105 w 1777378"/>
              <a:gd name="connsiteY5" fmla="*/ 1525677 h 1596296"/>
              <a:gd name="connsiteX6" fmla="*/ 78909 w 1777378"/>
              <a:gd name="connsiteY6" fmla="*/ 1061805 h 1596296"/>
              <a:gd name="connsiteX7" fmla="*/ 0 w 1777378"/>
              <a:gd name="connsiteY7" fmla="*/ 1057821 h 159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77378" h="1596296">
                <a:moveTo>
                  <a:pt x="0" y="0"/>
                </a:moveTo>
                <a:lnTo>
                  <a:pt x="187100" y="9447"/>
                </a:lnTo>
                <a:cubicBezTo>
                  <a:pt x="834286" y="75173"/>
                  <a:pt x="1392628" y="441426"/>
                  <a:pt x="1720375" y="966454"/>
                </a:cubicBezTo>
                <a:lnTo>
                  <a:pt x="1777378" y="1067720"/>
                </a:lnTo>
                <a:lnTo>
                  <a:pt x="861857" y="1596296"/>
                </a:lnTo>
                <a:lnTo>
                  <a:pt x="822105" y="1525677"/>
                </a:lnTo>
                <a:cubicBezTo>
                  <a:pt x="663243" y="1271190"/>
                  <a:pt x="392608" y="1093663"/>
                  <a:pt x="78909" y="1061805"/>
                </a:cubicBezTo>
                <a:lnTo>
                  <a:pt x="0" y="105782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200"/>
          </a:p>
        </p:txBody>
      </p:sp>
      <p:sp>
        <p:nvSpPr>
          <p:cNvPr id="85" name="フリーフォーム 84"/>
          <p:cNvSpPr/>
          <p:nvPr userDrawn="1"/>
        </p:nvSpPr>
        <p:spPr>
          <a:xfrm>
            <a:off x="6671618" y="2560855"/>
            <a:ext cx="791174" cy="1308122"/>
          </a:xfrm>
          <a:custGeom>
            <a:avLst/>
            <a:gdLst>
              <a:gd name="connsiteX0" fmla="*/ 955911 w 1186761"/>
              <a:gd name="connsiteY0" fmla="*/ 0 h 1961880"/>
              <a:gd name="connsiteX1" fmla="*/ 967744 w 1186761"/>
              <a:gd name="connsiteY1" fmla="*/ 21021 h 1961880"/>
              <a:gd name="connsiteX2" fmla="*/ 1186761 w 1186761"/>
              <a:gd name="connsiteY2" fmla="*/ 944799 h 1961880"/>
              <a:gd name="connsiteX3" fmla="*/ 935168 w 1186761"/>
              <a:gd name="connsiteY3" fmla="*/ 1930146 h 1961880"/>
              <a:gd name="connsiteX4" fmla="*/ 916287 w 1186761"/>
              <a:gd name="connsiteY4" fmla="*/ 1961880 h 1961880"/>
              <a:gd name="connsiteX5" fmla="*/ 0 w 1186761"/>
              <a:gd name="connsiteY5" fmla="*/ 1432861 h 1961880"/>
              <a:gd name="connsiteX6" fmla="*/ 8472 w 1186761"/>
              <a:gd name="connsiteY6" fmla="*/ 1418915 h 1961880"/>
              <a:gd name="connsiteX7" fmla="*/ 128607 w 1186761"/>
              <a:gd name="connsiteY7" fmla="*/ 944466 h 1961880"/>
              <a:gd name="connsiteX8" fmla="*/ 59565 w 1186761"/>
              <a:gd name="connsiteY8" fmla="*/ 579492 h 1961880"/>
              <a:gd name="connsiteX9" fmla="*/ 37489 w 1186761"/>
              <a:gd name="connsiteY9" fmla="*/ 530251 h 1961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86761" h="1961880">
                <a:moveTo>
                  <a:pt x="955911" y="0"/>
                </a:moveTo>
                <a:lnTo>
                  <a:pt x="967744" y="21021"/>
                </a:lnTo>
                <a:cubicBezTo>
                  <a:pt x="1107849" y="298703"/>
                  <a:pt x="1186761" y="612536"/>
                  <a:pt x="1186761" y="944799"/>
                </a:cubicBezTo>
                <a:cubicBezTo>
                  <a:pt x="1186761" y="1301938"/>
                  <a:pt x="1095592" y="1637782"/>
                  <a:pt x="935168" y="1930146"/>
                </a:cubicBezTo>
                <a:lnTo>
                  <a:pt x="916287" y="1961880"/>
                </a:lnTo>
                <a:lnTo>
                  <a:pt x="0" y="1432861"/>
                </a:lnTo>
                <a:lnTo>
                  <a:pt x="8472" y="1418915"/>
                </a:lnTo>
                <a:cubicBezTo>
                  <a:pt x="85088" y="1277879"/>
                  <a:pt x="128607" y="1116255"/>
                  <a:pt x="128607" y="944466"/>
                </a:cubicBezTo>
                <a:cubicBezTo>
                  <a:pt x="128607" y="815625"/>
                  <a:pt x="104127" y="692501"/>
                  <a:pt x="59565" y="579492"/>
                </a:cubicBezTo>
                <a:lnTo>
                  <a:pt x="37489" y="53025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200"/>
          </a:p>
        </p:txBody>
      </p:sp>
      <p:sp>
        <p:nvSpPr>
          <p:cNvPr id="87" name="フリーフォーム 86"/>
          <p:cNvSpPr/>
          <p:nvPr userDrawn="1"/>
        </p:nvSpPr>
        <p:spPr>
          <a:xfrm>
            <a:off x="6113900" y="3546117"/>
            <a:ext cx="1157869" cy="1219171"/>
          </a:xfrm>
          <a:custGeom>
            <a:avLst/>
            <a:gdLst>
              <a:gd name="connsiteX0" fmla="*/ 820151 w 1736803"/>
              <a:gd name="connsiteY0" fmla="*/ 0 h 1828474"/>
              <a:gd name="connsiteX1" fmla="*/ 1736803 w 1736803"/>
              <a:gd name="connsiteY1" fmla="*/ 529229 h 1828474"/>
              <a:gd name="connsiteX2" fmla="*/ 1706134 w 1736803"/>
              <a:gd name="connsiteY2" fmla="*/ 580773 h 1828474"/>
              <a:gd name="connsiteX3" fmla="*/ 863426 w 1736803"/>
              <a:gd name="connsiteY3" fmla="*/ 1323103 h 1828474"/>
              <a:gd name="connsiteX4" fmla="*/ 863426 w 1736803"/>
              <a:gd name="connsiteY4" fmla="*/ 1656254 h 1828474"/>
              <a:gd name="connsiteX5" fmla="*/ 691206 w 1736803"/>
              <a:gd name="connsiteY5" fmla="*/ 1828474 h 1828474"/>
              <a:gd name="connsiteX6" fmla="*/ 0 w 1736803"/>
              <a:gd name="connsiteY6" fmla="*/ 1828474 h 1828474"/>
              <a:gd name="connsiteX7" fmla="*/ 0 w 1736803"/>
              <a:gd name="connsiteY7" fmla="*/ 466443 h 1828474"/>
              <a:gd name="connsiteX8" fmla="*/ 103912 w 1736803"/>
              <a:gd name="connsiteY8" fmla="*/ 459888 h 1828474"/>
              <a:gd name="connsiteX9" fmla="*/ 802510 w 1736803"/>
              <a:gd name="connsiteY9" fmla="*/ 29039 h 1828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36803" h="1828474">
                <a:moveTo>
                  <a:pt x="820151" y="0"/>
                </a:moveTo>
                <a:lnTo>
                  <a:pt x="1736803" y="529229"/>
                </a:lnTo>
                <a:lnTo>
                  <a:pt x="1706134" y="580773"/>
                </a:lnTo>
                <a:cubicBezTo>
                  <a:pt x="1500692" y="900188"/>
                  <a:pt x="1208884" y="1158671"/>
                  <a:pt x="863426" y="1323103"/>
                </a:cubicBezTo>
                <a:lnTo>
                  <a:pt x="863426" y="1656254"/>
                </a:lnTo>
                <a:cubicBezTo>
                  <a:pt x="863426" y="1751369"/>
                  <a:pt x="786321" y="1828474"/>
                  <a:pt x="691206" y="1828474"/>
                </a:cubicBezTo>
                <a:lnTo>
                  <a:pt x="0" y="1828474"/>
                </a:lnTo>
                <a:lnTo>
                  <a:pt x="0" y="466443"/>
                </a:lnTo>
                <a:lnTo>
                  <a:pt x="103912" y="459888"/>
                </a:lnTo>
                <a:cubicBezTo>
                  <a:pt x="394509" y="422949"/>
                  <a:pt x="645995" y="260712"/>
                  <a:pt x="802510" y="2903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200"/>
          </a:p>
        </p:txBody>
      </p:sp>
      <p:sp>
        <p:nvSpPr>
          <p:cNvPr id="88" name="フリーフォーム 87"/>
          <p:cNvSpPr/>
          <p:nvPr userDrawn="1"/>
        </p:nvSpPr>
        <p:spPr>
          <a:xfrm flipH="1">
            <a:off x="4896042" y="1824846"/>
            <a:ext cx="1184919" cy="1064362"/>
          </a:xfrm>
          <a:custGeom>
            <a:avLst/>
            <a:gdLst>
              <a:gd name="connsiteX0" fmla="*/ 0 w 1777378"/>
              <a:gd name="connsiteY0" fmla="*/ 0 h 1596296"/>
              <a:gd name="connsiteX1" fmla="*/ 187100 w 1777378"/>
              <a:gd name="connsiteY1" fmla="*/ 9447 h 1596296"/>
              <a:gd name="connsiteX2" fmla="*/ 1720375 w 1777378"/>
              <a:gd name="connsiteY2" fmla="*/ 966454 h 1596296"/>
              <a:gd name="connsiteX3" fmla="*/ 1777378 w 1777378"/>
              <a:gd name="connsiteY3" fmla="*/ 1067720 h 1596296"/>
              <a:gd name="connsiteX4" fmla="*/ 861857 w 1777378"/>
              <a:gd name="connsiteY4" fmla="*/ 1596296 h 1596296"/>
              <a:gd name="connsiteX5" fmla="*/ 822105 w 1777378"/>
              <a:gd name="connsiteY5" fmla="*/ 1525677 h 1596296"/>
              <a:gd name="connsiteX6" fmla="*/ 78909 w 1777378"/>
              <a:gd name="connsiteY6" fmla="*/ 1061805 h 1596296"/>
              <a:gd name="connsiteX7" fmla="*/ 0 w 1777378"/>
              <a:gd name="connsiteY7" fmla="*/ 1057821 h 159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77378" h="1596296">
                <a:moveTo>
                  <a:pt x="0" y="0"/>
                </a:moveTo>
                <a:lnTo>
                  <a:pt x="187100" y="9447"/>
                </a:lnTo>
                <a:cubicBezTo>
                  <a:pt x="834286" y="75173"/>
                  <a:pt x="1392628" y="441426"/>
                  <a:pt x="1720375" y="966454"/>
                </a:cubicBezTo>
                <a:lnTo>
                  <a:pt x="1777378" y="1067720"/>
                </a:lnTo>
                <a:lnTo>
                  <a:pt x="861857" y="1596296"/>
                </a:lnTo>
                <a:lnTo>
                  <a:pt x="822105" y="1525677"/>
                </a:lnTo>
                <a:cubicBezTo>
                  <a:pt x="663243" y="1271190"/>
                  <a:pt x="392608" y="1093663"/>
                  <a:pt x="78909" y="1061805"/>
                </a:cubicBezTo>
                <a:lnTo>
                  <a:pt x="0" y="105782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200"/>
          </a:p>
        </p:txBody>
      </p:sp>
      <p:sp>
        <p:nvSpPr>
          <p:cNvPr id="90" name="フリーフォーム 89"/>
          <p:cNvSpPr/>
          <p:nvPr userDrawn="1"/>
        </p:nvSpPr>
        <p:spPr>
          <a:xfrm flipH="1">
            <a:off x="4918012" y="3545672"/>
            <a:ext cx="1157869" cy="1219171"/>
          </a:xfrm>
          <a:custGeom>
            <a:avLst/>
            <a:gdLst>
              <a:gd name="connsiteX0" fmla="*/ 820151 w 1736803"/>
              <a:gd name="connsiteY0" fmla="*/ 0 h 1828474"/>
              <a:gd name="connsiteX1" fmla="*/ 1736803 w 1736803"/>
              <a:gd name="connsiteY1" fmla="*/ 529229 h 1828474"/>
              <a:gd name="connsiteX2" fmla="*/ 1706134 w 1736803"/>
              <a:gd name="connsiteY2" fmla="*/ 580773 h 1828474"/>
              <a:gd name="connsiteX3" fmla="*/ 863426 w 1736803"/>
              <a:gd name="connsiteY3" fmla="*/ 1323103 h 1828474"/>
              <a:gd name="connsiteX4" fmla="*/ 863426 w 1736803"/>
              <a:gd name="connsiteY4" fmla="*/ 1656254 h 1828474"/>
              <a:gd name="connsiteX5" fmla="*/ 691206 w 1736803"/>
              <a:gd name="connsiteY5" fmla="*/ 1828474 h 1828474"/>
              <a:gd name="connsiteX6" fmla="*/ 0 w 1736803"/>
              <a:gd name="connsiteY6" fmla="*/ 1828474 h 1828474"/>
              <a:gd name="connsiteX7" fmla="*/ 0 w 1736803"/>
              <a:gd name="connsiteY7" fmla="*/ 466443 h 1828474"/>
              <a:gd name="connsiteX8" fmla="*/ 103912 w 1736803"/>
              <a:gd name="connsiteY8" fmla="*/ 459888 h 1828474"/>
              <a:gd name="connsiteX9" fmla="*/ 802510 w 1736803"/>
              <a:gd name="connsiteY9" fmla="*/ 29039 h 1828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36803" h="1828474">
                <a:moveTo>
                  <a:pt x="820151" y="0"/>
                </a:moveTo>
                <a:lnTo>
                  <a:pt x="1736803" y="529229"/>
                </a:lnTo>
                <a:lnTo>
                  <a:pt x="1706134" y="580773"/>
                </a:lnTo>
                <a:cubicBezTo>
                  <a:pt x="1500692" y="900188"/>
                  <a:pt x="1208884" y="1158671"/>
                  <a:pt x="863426" y="1323103"/>
                </a:cubicBezTo>
                <a:lnTo>
                  <a:pt x="863426" y="1656254"/>
                </a:lnTo>
                <a:cubicBezTo>
                  <a:pt x="863426" y="1751369"/>
                  <a:pt x="786321" y="1828474"/>
                  <a:pt x="691206" y="1828474"/>
                </a:cubicBezTo>
                <a:lnTo>
                  <a:pt x="0" y="1828474"/>
                </a:lnTo>
                <a:lnTo>
                  <a:pt x="0" y="466443"/>
                </a:lnTo>
                <a:lnTo>
                  <a:pt x="103912" y="459888"/>
                </a:lnTo>
                <a:cubicBezTo>
                  <a:pt x="394509" y="422949"/>
                  <a:pt x="645995" y="260712"/>
                  <a:pt x="802510" y="2903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200"/>
          </a:p>
        </p:txBody>
      </p:sp>
      <p:sp>
        <p:nvSpPr>
          <p:cNvPr id="93" name="図プレースホルダー 25"/>
          <p:cNvSpPr>
            <a:spLocks noGrp="1"/>
          </p:cNvSpPr>
          <p:nvPr>
            <p:ph type="pic" sz="quarter" idx="14" hasCustomPrompt="1"/>
          </p:nvPr>
        </p:nvSpPr>
        <p:spPr>
          <a:xfrm>
            <a:off x="6404133" y="2137949"/>
            <a:ext cx="327264" cy="327314"/>
          </a:xfrm>
        </p:spPr>
        <p:txBody>
          <a:bodyPr>
            <a:normAutofit/>
          </a:bodyPr>
          <a:lstStyle>
            <a:lvl1pPr>
              <a:defRPr sz="733"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Icon</a:t>
            </a:r>
            <a:endParaRPr kumimoji="1" lang="ja-JP" altLang="en-US"/>
          </a:p>
        </p:txBody>
      </p:sp>
      <p:sp>
        <p:nvSpPr>
          <p:cNvPr id="94" name="図プレースホルダー 25"/>
          <p:cNvSpPr>
            <a:spLocks noGrp="1"/>
          </p:cNvSpPr>
          <p:nvPr>
            <p:ph type="pic" sz="quarter" idx="15" hasCustomPrompt="1"/>
          </p:nvPr>
        </p:nvSpPr>
        <p:spPr>
          <a:xfrm>
            <a:off x="6903573" y="3048447"/>
            <a:ext cx="327264" cy="327314"/>
          </a:xfrm>
        </p:spPr>
        <p:txBody>
          <a:bodyPr>
            <a:normAutofit/>
          </a:bodyPr>
          <a:lstStyle>
            <a:lvl1pPr>
              <a:defRPr sz="733"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Icon</a:t>
            </a:r>
            <a:endParaRPr kumimoji="1" lang="ja-JP" altLang="en-US"/>
          </a:p>
        </p:txBody>
      </p:sp>
      <p:sp>
        <p:nvSpPr>
          <p:cNvPr id="95" name="図プレースホルダー 25"/>
          <p:cNvSpPr>
            <a:spLocks noGrp="1"/>
          </p:cNvSpPr>
          <p:nvPr>
            <p:ph type="pic" sz="quarter" idx="16" hasCustomPrompt="1"/>
          </p:nvPr>
        </p:nvSpPr>
        <p:spPr>
          <a:xfrm>
            <a:off x="6404133" y="3873432"/>
            <a:ext cx="327264" cy="327314"/>
          </a:xfrm>
        </p:spPr>
        <p:txBody>
          <a:bodyPr>
            <a:normAutofit/>
          </a:bodyPr>
          <a:lstStyle>
            <a:lvl1pPr>
              <a:defRPr sz="733"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Icon</a:t>
            </a:r>
            <a:endParaRPr kumimoji="1" lang="ja-JP" altLang="en-US"/>
          </a:p>
        </p:txBody>
      </p:sp>
      <p:sp>
        <p:nvSpPr>
          <p:cNvPr id="96" name="図プレースホルダー 25"/>
          <p:cNvSpPr>
            <a:spLocks noGrp="1"/>
          </p:cNvSpPr>
          <p:nvPr>
            <p:ph type="pic" sz="quarter" idx="17" hasCustomPrompt="1"/>
          </p:nvPr>
        </p:nvSpPr>
        <p:spPr>
          <a:xfrm>
            <a:off x="5418363" y="3873432"/>
            <a:ext cx="327264" cy="327314"/>
          </a:xfrm>
        </p:spPr>
        <p:txBody>
          <a:bodyPr>
            <a:normAutofit/>
          </a:bodyPr>
          <a:lstStyle>
            <a:lvl1pPr>
              <a:defRPr sz="733"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Icon</a:t>
            </a:r>
            <a:endParaRPr kumimoji="1" lang="ja-JP" altLang="en-US"/>
          </a:p>
        </p:txBody>
      </p:sp>
      <p:sp>
        <p:nvSpPr>
          <p:cNvPr id="97" name="図プレースホルダー 25"/>
          <p:cNvSpPr>
            <a:spLocks noGrp="1"/>
          </p:cNvSpPr>
          <p:nvPr>
            <p:ph type="pic" sz="quarter" idx="18" hasCustomPrompt="1"/>
          </p:nvPr>
        </p:nvSpPr>
        <p:spPr>
          <a:xfrm>
            <a:off x="4958943" y="3044851"/>
            <a:ext cx="327264" cy="327314"/>
          </a:xfrm>
        </p:spPr>
        <p:txBody>
          <a:bodyPr>
            <a:normAutofit/>
          </a:bodyPr>
          <a:lstStyle>
            <a:lvl1pPr>
              <a:defRPr sz="733"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Icon</a:t>
            </a:r>
            <a:endParaRPr kumimoji="1" lang="ja-JP" altLang="en-US"/>
          </a:p>
        </p:txBody>
      </p:sp>
      <p:sp>
        <p:nvSpPr>
          <p:cNvPr id="98" name="図プレースホルダー 25"/>
          <p:cNvSpPr>
            <a:spLocks noGrp="1"/>
          </p:cNvSpPr>
          <p:nvPr>
            <p:ph type="pic" sz="quarter" idx="19" hasCustomPrompt="1"/>
          </p:nvPr>
        </p:nvSpPr>
        <p:spPr>
          <a:xfrm>
            <a:off x="5418363" y="2137949"/>
            <a:ext cx="327264" cy="327314"/>
          </a:xfrm>
        </p:spPr>
        <p:txBody>
          <a:bodyPr>
            <a:normAutofit/>
          </a:bodyPr>
          <a:lstStyle>
            <a:lvl1pPr>
              <a:defRPr sz="733"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Icon</a:t>
            </a:r>
            <a:endParaRPr kumimoji="1" lang="ja-JP" altLang="en-US"/>
          </a:p>
        </p:txBody>
      </p:sp>
      <p:sp>
        <p:nvSpPr>
          <p:cNvPr id="99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4036626" y="5912113"/>
            <a:ext cx="4118749" cy="357264"/>
          </a:xfrm>
        </p:spPr>
        <p:txBody>
          <a:bodyPr>
            <a:normAutofit/>
          </a:bodyPr>
          <a:lstStyle>
            <a:lvl1pPr algn="ctr">
              <a:spcBef>
                <a:spcPts val="0"/>
              </a:spcBef>
              <a:defRPr sz="1200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100" name="テキスト プレースホルダー 12"/>
          <p:cNvSpPr>
            <a:spLocks noGrp="1"/>
          </p:cNvSpPr>
          <p:nvPr>
            <p:ph type="body" sz="quarter" idx="20" hasCustomPrompt="1"/>
          </p:nvPr>
        </p:nvSpPr>
        <p:spPr>
          <a:xfrm>
            <a:off x="4036626" y="5552199"/>
            <a:ext cx="4118749" cy="391287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105" name="テキスト プレースホルダー 12"/>
          <p:cNvSpPr>
            <a:spLocks noGrp="1"/>
          </p:cNvSpPr>
          <p:nvPr>
            <p:ph type="body" sz="quarter" idx="21" hasCustomPrompt="1"/>
          </p:nvPr>
        </p:nvSpPr>
        <p:spPr>
          <a:xfrm>
            <a:off x="7829485" y="4459222"/>
            <a:ext cx="3072647" cy="609181"/>
          </a:xfrm>
        </p:spPr>
        <p:txBody>
          <a:bodyPr>
            <a:normAutofit/>
          </a:bodyPr>
          <a:lstStyle>
            <a:lvl1pPr algn="l">
              <a:spcBef>
                <a:spcPts val="0"/>
              </a:spcBef>
              <a:defRPr sz="1200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106" name="テキスト プレースホルダー 12"/>
          <p:cNvSpPr>
            <a:spLocks noGrp="1"/>
          </p:cNvSpPr>
          <p:nvPr>
            <p:ph type="body" sz="quarter" idx="22" hasCustomPrompt="1"/>
          </p:nvPr>
        </p:nvSpPr>
        <p:spPr>
          <a:xfrm>
            <a:off x="7829486" y="4127562"/>
            <a:ext cx="3072647" cy="363033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107" name="テキスト プレースホルダー 12"/>
          <p:cNvSpPr>
            <a:spLocks noGrp="1"/>
          </p:cNvSpPr>
          <p:nvPr>
            <p:ph type="body" sz="quarter" idx="23" hasCustomPrompt="1"/>
          </p:nvPr>
        </p:nvSpPr>
        <p:spPr>
          <a:xfrm>
            <a:off x="7829485" y="3133443"/>
            <a:ext cx="3072647" cy="609181"/>
          </a:xfrm>
        </p:spPr>
        <p:txBody>
          <a:bodyPr>
            <a:normAutofit/>
          </a:bodyPr>
          <a:lstStyle>
            <a:lvl1pPr algn="l">
              <a:spcBef>
                <a:spcPts val="0"/>
              </a:spcBef>
              <a:defRPr sz="1200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108" name="テキスト プレースホルダー 12"/>
          <p:cNvSpPr>
            <a:spLocks noGrp="1"/>
          </p:cNvSpPr>
          <p:nvPr>
            <p:ph type="body" sz="quarter" idx="24" hasCustomPrompt="1"/>
          </p:nvPr>
        </p:nvSpPr>
        <p:spPr>
          <a:xfrm>
            <a:off x="7829485" y="2801783"/>
            <a:ext cx="3072647" cy="363033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109" name="テキスト プレースホルダー 12"/>
          <p:cNvSpPr>
            <a:spLocks noGrp="1"/>
          </p:cNvSpPr>
          <p:nvPr>
            <p:ph type="body" sz="quarter" idx="25" hasCustomPrompt="1"/>
          </p:nvPr>
        </p:nvSpPr>
        <p:spPr>
          <a:xfrm>
            <a:off x="7340649" y="1770158"/>
            <a:ext cx="3072647" cy="609181"/>
          </a:xfrm>
        </p:spPr>
        <p:txBody>
          <a:bodyPr>
            <a:normAutofit/>
          </a:bodyPr>
          <a:lstStyle>
            <a:lvl1pPr algn="l">
              <a:spcBef>
                <a:spcPts val="0"/>
              </a:spcBef>
              <a:defRPr sz="1200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110" name="テキスト プレースホルダー 12"/>
          <p:cNvSpPr>
            <a:spLocks noGrp="1"/>
          </p:cNvSpPr>
          <p:nvPr>
            <p:ph type="body" sz="quarter" idx="26" hasCustomPrompt="1"/>
          </p:nvPr>
        </p:nvSpPr>
        <p:spPr>
          <a:xfrm>
            <a:off x="7340649" y="1438497"/>
            <a:ext cx="3072647" cy="363033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111" name="テキスト プレースホルダー 12"/>
          <p:cNvSpPr>
            <a:spLocks noGrp="1"/>
          </p:cNvSpPr>
          <p:nvPr>
            <p:ph type="body" sz="quarter" idx="27" hasCustomPrompt="1"/>
          </p:nvPr>
        </p:nvSpPr>
        <p:spPr>
          <a:xfrm>
            <a:off x="1654341" y="1770158"/>
            <a:ext cx="3072647" cy="609181"/>
          </a:xfrm>
        </p:spPr>
        <p:txBody>
          <a:bodyPr>
            <a:normAutofit/>
          </a:bodyPr>
          <a:lstStyle>
            <a:lvl1pPr algn="r">
              <a:spcBef>
                <a:spcPts val="0"/>
              </a:spcBef>
              <a:defRPr sz="1200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112" name="テキスト プレースホルダー 12"/>
          <p:cNvSpPr>
            <a:spLocks noGrp="1"/>
          </p:cNvSpPr>
          <p:nvPr>
            <p:ph type="body" sz="quarter" idx="28" hasCustomPrompt="1"/>
          </p:nvPr>
        </p:nvSpPr>
        <p:spPr>
          <a:xfrm>
            <a:off x="1654342" y="1451382"/>
            <a:ext cx="3072647" cy="350148"/>
          </a:xfrm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113" name="テキスト プレースホルダー 12"/>
          <p:cNvSpPr>
            <a:spLocks noGrp="1"/>
          </p:cNvSpPr>
          <p:nvPr>
            <p:ph type="body" sz="quarter" idx="29" hasCustomPrompt="1"/>
          </p:nvPr>
        </p:nvSpPr>
        <p:spPr>
          <a:xfrm>
            <a:off x="1252711" y="3133161"/>
            <a:ext cx="3072647" cy="609181"/>
          </a:xfrm>
        </p:spPr>
        <p:txBody>
          <a:bodyPr>
            <a:normAutofit/>
          </a:bodyPr>
          <a:lstStyle>
            <a:lvl1pPr algn="r">
              <a:spcBef>
                <a:spcPts val="0"/>
              </a:spcBef>
              <a:defRPr sz="1200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114" name="テキスト プレースホルダー 12"/>
          <p:cNvSpPr>
            <a:spLocks noGrp="1"/>
          </p:cNvSpPr>
          <p:nvPr>
            <p:ph type="body" sz="quarter" idx="30" hasCustomPrompt="1"/>
          </p:nvPr>
        </p:nvSpPr>
        <p:spPr>
          <a:xfrm>
            <a:off x="1252711" y="2814386"/>
            <a:ext cx="3072647" cy="350148"/>
          </a:xfrm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115" name="テキスト プレースホルダー 12"/>
          <p:cNvSpPr>
            <a:spLocks noGrp="1"/>
          </p:cNvSpPr>
          <p:nvPr>
            <p:ph type="body" sz="quarter" idx="31" hasCustomPrompt="1"/>
          </p:nvPr>
        </p:nvSpPr>
        <p:spPr>
          <a:xfrm>
            <a:off x="1306265" y="4459294"/>
            <a:ext cx="3072647" cy="609181"/>
          </a:xfrm>
        </p:spPr>
        <p:txBody>
          <a:bodyPr>
            <a:normAutofit/>
          </a:bodyPr>
          <a:lstStyle>
            <a:lvl1pPr algn="r">
              <a:spcBef>
                <a:spcPts val="0"/>
              </a:spcBef>
              <a:defRPr sz="1200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116" name="テキスト プレースホルダー 12"/>
          <p:cNvSpPr>
            <a:spLocks noGrp="1"/>
          </p:cNvSpPr>
          <p:nvPr>
            <p:ph type="body" sz="quarter" idx="32" hasCustomPrompt="1"/>
          </p:nvPr>
        </p:nvSpPr>
        <p:spPr>
          <a:xfrm>
            <a:off x="1306265" y="4140518"/>
            <a:ext cx="3072647" cy="350148"/>
          </a:xfrm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cxnSp>
        <p:nvCxnSpPr>
          <p:cNvPr id="118" name="直線コネクタ 117"/>
          <p:cNvCxnSpPr>
            <a:stCxn id="93" idx="0"/>
            <a:endCxn id="110" idx="1"/>
          </p:cNvCxnSpPr>
          <p:nvPr userDrawn="1"/>
        </p:nvCxnSpPr>
        <p:spPr>
          <a:xfrm rot="5400000" flipH="1" flipV="1">
            <a:off x="6695239" y="1492540"/>
            <a:ext cx="517935" cy="772883"/>
          </a:xfrm>
          <a:prstGeom prst="bentConnector2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線コネクタ 122"/>
          <p:cNvCxnSpPr>
            <a:stCxn id="94" idx="3"/>
            <a:endCxn id="108" idx="1"/>
          </p:cNvCxnSpPr>
          <p:nvPr userDrawn="1"/>
        </p:nvCxnSpPr>
        <p:spPr>
          <a:xfrm flipV="1">
            <a:off x="7230837" y="2983299"/>
            <a:ext cx="598648" cy="228805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線コネクタ 125"/>
          <p:cNvCxnSpPr>
            <a:stCxn id="95" idx="3"/>
            <a:endCxn id="106" idx="1"/>
          </p:cNvCxnSpPr>
          <p:nvPr userDrawn="1"/>
        </p:nvCxnSpPr>
        <p:spPr>
          <a:xfrm>
            <a:off x="6731397" y="4037089"/>
            <a:ext cx="1098088" cy="271989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コネクタ 128"/>
          <p:cNvCxnSpPr>
            <a:stCxn id="116" idx="3"/>
            <a:endCxn id="96" idx="1"/>
          </p:cNvCxnSpPr>
          <p:nvPr userDrawn="1"/>
        </p:nvCxnSpPr>
        <p:spPr>
          <a:xfrm flipV="1">
            <a:off x="4378913" y="4037089"/>
            <a:ext cx="1039451" cy="278504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コネクタ 131"/>
          <p:cNvCxnSpPr>
            <a:stCxn id="114" idx="3"/>
            <a:endCxn id="97" idx="1"/>
          </p:cNvCxnSpPr>
          <p:nvPr userDrawn="1"/>
        </p:nvCxnSpPr>
        <p:spPr>
          <a:xfrm>
            <a:off x="4325358" y="2989460"/>
            <a:ext cx="633585" cy="219048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線コネクタ 134"/>
          <p:cNvCxnSpPr>
            <a:stCxn id="112" idx="3"/>
            <a:endCxn id="98" idx="0"/>
          </p:cNvCxnSpPr>
          <p:nvPr userDrawn="1"/>
        </p:nvCxnSpPr>
        <p:spPr>
          <a:xfrm>
            <a:off x="4726989" y="1626456"/>
            <a:ext cx="855007" cy="511492"/>
          </a:xfrm>
          <a:prstGeom prst="bentConnector2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8612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75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75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75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9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7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7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7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49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75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75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7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9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7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7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7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7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49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75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75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75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7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49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75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75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5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7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49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75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5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75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7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49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75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75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75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7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9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75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75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75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7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49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7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7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7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7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49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75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75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75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7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49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75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5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75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7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49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75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75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75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7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750"/>
                            </p:stCondLst>
                            <p:childTnLst>
                              <p:par>
                                <p:cTn id="13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1250"/>
                            </p:stCondLst>
                            <p:childTnLst>
                              <p:par>
                                <p:cTn id="1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1750"/>
                            </p:stCondLst>
                            <p:childTnLst>
                              <p:par>
                                <p:cTn id="1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2250"/>
                            </p:stCondLst>
                            <p:childTnLst>
                              <p:par>
                                <p:cTn id="147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2750"/>
                            </p:stCondLst>
                            <p:childTnLst>
                              <p:par>
                                <p:cTn id="1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3250"/>
                            </p:stCondLst>
                            <p:childTnLst>
                              <p:par>
                                <p:cTn id="1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3750"/>
                            </p:stCondLst>
                            <p:childTnLst>
                              <p:par>
                                <p:cTn id="160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4250"/>
                            </p:stCondLst>
                            <p:childTnLst>
                              <p:par>
                                <p:cTn id="1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4750"/>
                            </p:stCondLst>
                            <p:childTnLst>
                              <p:par>
                                <p:cTn id="1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5250"/>
                            </p:stCondLst>
                            <p:childTnLst>
                              <p:par>
                                <p:cTn id="17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5750"/>
                            </p:stCondLst>
                            <p:childTnLst>
                              <p:par>
                                <p:cTn id="1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6250"/>
                            </p:stCondLst>
                            <p:childTnLst>
                              <p:par>
                                <p:cTn id="18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4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6750"/>
                            </p:stCondLst>
                            <p:childTnLst>
                              <p:par>
                                <p:cTn id="186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7250"/>
                            </p:stCondLst>
                            <p:childTnLst>
                              <p:par>
                                <p:cTn id="19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3" dur="500"/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7750"/>
                            </p:stCondLst>
                            <p:childTnLst>
                              <p:par>
                                <p:cTn id="19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8250"/>
                            </p:stCondLst>
                            <p:childTnLst>
                              <p:par>
                                <p:cTn id="199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1" dur="500" fill="hold"/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8750"/>
                            </p:stCondLst>
                            <p:childTnLst>
                              <p:par>
                                <p:cTn id="20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6" dur="500"/>
                                        <p:tgtEl>
                                          <p:spTgt spid="1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9250"/>
                            </p:stCondLst>
                            <p:childTnLst>
                              <p:par>
                                <p:cTn id="20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0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9750"/>
                            </p:stCondLst>
                            <p:childTnLst>
                              <p:par>
                                <p:cTn id="212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5" dur="500" fill="hold"/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10250"/>
                            </p:stCondLst>
                            <p:childTnLst>
                              <p:par>
                                <p:cTn id="2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9" dur="500"/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animBg="1"/>
      <p:bldP spid="89" grpId="1" animBg="1"/>
      <p:bldP spid="51" grpId="0" animBg="1"/>
      <p:bldP spid="76" grpId="0" animBg="1"/>
      <p:bldP spid="76" grpId="1" animBg="1"/>
      <p:bldP spid="85" grpId="0" animBg="1"/>
      <p:bldP spid="85" grpId="1" animBg="1"/>
      <p:bldP spid="87" grpId="0" animBg="1"/>
      <p:bldP spid="87" grpId="1" animBg="1"/>
      <p:bldP spid="88" grpId="0" animBg="1"/>
      <p:bldP spid="88" grpId="1" animBg="1"/>
      <p:bldP spid="90" grpId="0" animBg="1"/>
      <p:bldP spid="90" grpId="1" animBg="1"/>
      <p:bldP spid="93" grpId="0"/>
      <p:bldP spid="93" grpId="1"/>
      <p:bldP spid="94" grpId="0"/>
      <p:bldP spid="94" grpId="1"/>
      <p:bldP spid="95" grpId="0"/>
      <p:bldP spid="95" grpId="1"/>
      <p:bldP spid="96" grpId="0"/>
      <p:bldP spid="96" grpId="1"/>
      <p:bldP spid="97" grpId="0"/>
      <p:bldP spid="97" grpId="1"/>
      <p:bldP spid="98" grpId="0"/>
      <p:bldP spid="98" grpId="1"/>
      <p:bldP spid="9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9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0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0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6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0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8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0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0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1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3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5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6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inite Lo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アーチ 47"/>
          <p:cNvSpPr/>
          <p:nvPr userDrawn="1"/>
        </p:nvSpPr>
        <p:spPr>
          <a:xfrm>
            <a:off x="5675540" y="1973492"/>
            <a:ext cx="2651276" cy="2651685"/>
          </a:xfrm>
          <a:prstGeom prst="blockArc">
            <a:avLst>
              <a:gd name="adj1" fmla="val 10800000"/>
              <a:gd name="adj2" fmla="val 0"/>
              <a:gd name="adj3" fmla="val 3047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>
              <a:solidFill>
                <a:schemeClr val="tx1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/>
              <a:t>Slide Title Goes Here</a:t>
            </a:r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6" name="アーチ 45"/>
          <p:cNvSpPr/>
          <p:nvPr userDrawn="1"/>
        </p:nvSpPr>
        <p:spPr>
          <a:xfrm>
            <a:off x="3835249" y="1973492"/>
            <a:ext cx="2651276" cy="2651685"/>
          </a:xfrm>
          <a:prstGeom prst="blockArc">
            <a:avLst>
              <a:gd name="adj1" fmla="val 10800000"/>
              <a:gd name="adj2" fmla="val 0"/>
              <a:gd name="adj3" fmla="val 30474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>
              <a:solidFill>
                <a:schemeClr val="tx1"/>
              </a:solidFill>
            </a:endParaRPr>
          </a:p>
        </p:txBody>
      </p:sp>
      <p:sp>
        <p:nvSpPr>
          <p:cNvPr id="47" name="アーチ 46"/>
          <p:cNvSpPr/>
          <p:nvPr userDrawn="1"/>
        </p:nvSpPr>
        <p:spPr>
          <a:xfrm rot="10800000">
            <a:off x="3835249" y="1973492"/>
            <a:ext cx="2651276" cy="2651685"/>
          </a:xfrm>
          <a:prstGeom prst="blockArc">
            <a:avLst>
              <a:gd name="adj1" fmla="val 10800000"/>
              <a:gd name="adj2" fmla="val 0"/>
              <a:gd name="adj3" fmla="val 30474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>
              <a:solidFill>
                <a:schemeClr val="tx1"/>
              </a:solidFill>
            </a:endParaRPr>
          </a:p>
        </p:txBody>
      </p:sp>
      <p:sp>
        <p:nvSpPr>
          <p:cNvPr id="49" name="アーチ 48"/>
          <p:cNvSpPr/>
          <p:nvPr userDrawn="1"/>
        </p:nvSpPr>
        <p:spPr>
          <a:xfrm rot="10800000">
            <a:off x="5675540" y="1973492"/>
            <a:ext cx="2651276" cy="2651685"/>
          </a:xfrm>
          <a:prstGeom prst="blockArc">
            <a:avLst>
              <a:gd name="adj1" fmla="val 10800000"/>
              <a:gd name="adj2" fmla="val 0"/>
              <a:gd name="adj3" fmla="val 3047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>
              <a:solidFill>
                <a:schemeClr val="tx1"/>
              </a:solidFill>
            </a:endParaRPr>
          </a:p>
        </p:txBody>
      </p:sp>
      <p:sp>
        <p:nvSpPr>
          <p:cNvPr id="13" name="テキスト プレースホルダー 12"/>
          <p:cNvSpPr>
            <a:spLocks noGrp="1"/>
          </p:cNvSpPr>
          <p:nvPr>
            <p:ph type="body" sz="quarter" idx="28" hasCustomPrompt="1"/>
          </p:nvPr>
        </p:nvSpPr>
        <p:spPr>
          <a:xfrm>
            <a:off x="4334024" y="2296063"/>
            <a:ext cx="1626510" cy="350148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Word</a:t>
            </a:r>
            <a:endParaRPr kumimoji="1" lang="ja-JP" altLang="en-US"/>
          </a:p>
        </p:txBody>
      </p:sp>
      <p:sp>
        <p:nvSpPr>
          <p:cNvPr id="14" name="テキスト プレースホルダー 12"/>
          <p:cNvSpPr>
            <a:spLocks noGrp="1"/>
          </p:cNvSpPr>
          <p:nvPr>
            <p:ph type="body" sz="quarter" idx="27" hasCustomPrompt="1"/>
          </p:nvPr>
        </p:nvSpPr>
        <p:spPr>
          <a:xfrm>
            <a:off x="697283" y="1973492"/>
            <a:ext cx="3072647" cy="1281899"/>
          </a:xfrm>
        </p:spPr>
        <p:txBody>
          <a:bodyPr anchor="ctr">
            <a:normAutofit/>
          </a:bodyPr>
          <a:lstStyle>
            <a:lvl1pPr algn="r">
              <a:spcBef>
                <a:spcPts val="0"/>
              </a:spcBef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15" name="テキスト プレースホルダー 12"/>
          <p:cNvSpPr>
            <a:spLocks noGrp="1"/>
          </p:cNvSpPr>
          <p:nvPr>
            <p:ph type="body" sz="quarter" idx="29" hasCustomPrompt="1"/>
          </p:nvPr>
        </p:nvSpPr>
        <p:spPr>
          <a:xfrm>
            <a:off x="697283" y="3343278"/>
            <a:ext cx="3072647" cy="1281899"/>
          </a:xfrm>
        </p:spPr>
        <p:txBody>
          <a:bodyPr anchor="ctr">
            <a:normAutofit/>
          </a:bodyPr>
          <a:lstStyle>
            <a:lvl1pPr algn="r">
              <a:spcBef>
                <a:spcPts val="0"/>
              </a:spcBef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16" name="テキスト プレースホルダー 12"/>
          <p:cNvSpPr>
            <a:spLocks noGrp="1"/>
          </p:cNvSpPr>
          <p:nvPr>
            <p:ph type="body" sz="quarter" idx="30" hasCustomPrompt="1"/>
          </p:nvPr>
        </p:nvSpPr>
        <p:spPr>
          <a:xfrm>
            <a:off x="8418884" y="1971316"/>
            <a:ext cx="3072647" cy="1281899"/>
          </a:xfrm>
        </p:spPr>
        <p:txBody>
          <a:bodyPr anchor="ctr">
            <a:normAutofit/>
          </a:bodyPr>
          <a:lstStyle>
            <a:lvl1pPr algn="l">
              <a:spcBef>
                <a:spcPts val="0"/>
              </a:spcBef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17" name="テキスト プレースホルダー 12"/>
          <p:cNvSpPr>
            <a:spLocks noGrp="1"/>
          </p:cNvSpPr>
          <p:nvPr>
            <p:ph type="body" sz="quarter" idx="31" hasCustomPrompt="1"/>
          </p:nvPr>
        </p:nvSpPr>
        <p:spPr>
          <a:xfrm>
            <a:off x="8418884" y="3343278"/>
            <a:ext cx="3072647" cy="1281899"/>
          </a:xfrm>
        </p:spPr>
        <p:txBody>
          <a:bodyPr anchor="ctr">
            <a:normAutofit/>
          </a:bodyPr>
          <a:lstStyle>
            <a:lvl1pPr algn="l">
              <a:spcBef>
                <a:spcPts val="0"/>
              </a:spcBef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18" name="テキスト プレースホルダー 12"/>
          <p:cNvSpPr>
            <a:spLocks noGrp="1"/>
          </p:cNvSpPr>
          <p:nvPr>
            <p:ph type="body" sz="quarter" idx="32" hasCustomPrompt="1"/>
          </p:nvPr>
        </p:nvSpPr>
        <p:spPr>
          <a:xfrm>
            <a:off x="6198345" y="3846596"/>
            <a:ext cx="1626510" cy="350148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Word</a:t>
            </a:r>
            <a:endParaRPr kumimoji="1" lang="ja-JP" altLang="en-US"/>
          </a:p>
        </p:txBody>
      </p:sp>
      <p:sp>
        <p:nvSpPr>
          <p:cNvPr id="20" name="テキスト プレースホルダー 12"/>
          <p:cNvSpPr>
            <a:spLocks noGrp="1"/>
          </p:cNvSpPr>
          <p:nvPr>
            <p:ph type="body" sz="quarter" idx="33" hasCustomPrompt="1"/>
          </p:nvPr>
        </p:nvSpPr>
        <p:spPr>
          <a:xfrm>
            <a:off x="6198344" y="2296062"/>
            <a:ext cx="1626510" cy="350148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Word</a:t>
            </a:r>
            <a:endParaRPr kumimoji="1" lang="ja-JP" altLang="en-US"/>
          </a:p>
        </p:txBody>
      </p:sp>
      <p:sp>
        <p:nvSpPr>
          <p:cNvPr id="21" name="テキスト プレースホルダー 12"/>
          <p:cNvSpPr>
            <a:spLocks noGrp="1"/>
          </p:cNvSpPr>
          <p:nvPr>
            <p:ph type="body" sz="quarter" idx="34" hasCustomPrompt="1"/>
          </p:nvPr>
        </p:nvSpPr>
        <p:spPr>
          <a:xfrm>
            <a:off x="4334024" y="3854110"/>
            <a:ext cx="1626510" cy="350148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Word</a:t>
            </a:r>
            <a:endParaRPr kumimoji="1" lang="ja-JP" altLang="en-US"/>
          </a:p>
        </p:txBody>
      </p:sp>
      <p:sp>
        <p:nvSpPr>
          <p:cNvPr id="22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2130659" y="5155660"/>
            <a:ext cx="7930683" cy="1015419"/>
          </a:xfrm>
        </p:spPr>
        <p:txBody>
          <a:bodyPr anchor="ctr">
            <a:normAutofit/>
          </a:bodyPr>
          <a:lstStyle>
            <a:lvl1pPr algn="ctr">
              <a:spcBef>
                <a:spcPts val="0"/>
              </a:spcBef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5951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9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9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9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9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7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7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7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7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7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7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500"/>
                            </p:stCondLst>
                            <p:childTnLst>
                              <p:par>
                                <p:cTn id="7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000"/>
                            </p:stCondLst>
                            <p:childTnLst>
                              <p:par>
                                <p:cTn id="7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5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3000"/>
                            </p:stCondLst>
                            <p:childTnLst>
                              <p:par>
                                <p:cTn id="84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35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4000"/>
                            </p:stCondLst>
                            <p:childTnLst>
                              <p:par>
                                <p:cTn id="9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4500"/>
                            </p:stCondLst>
                            <p:childTnLst>
                              <p:par>
                                <p:cTn id="9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0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0"/>
                            </p:stCondLst>
                            <p:childTnLst>
                              <p:par>
                                <p:cTn id="102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8" grpId="1" animBg="1"/>
      <p:bldP spid="48" grpId="2" animBg="1"/>
      <p:bldP spid="46" grpId="0" animBg="1"/>
      <p:bldP spid="46" grpId="1" animBg="1"/>
      <p:bldP spid="46" grpId="2" animBg="1"/>
      <p:bldP spid="47" grpId="0" animBg="1"/>
      <p:bldP spid="47" grpId="1" animBg="1"/>
      <p:bldP spid="47" grpId="2" animBg="1"/>
      <p:bldP spid="49" grpId="0" animBg="1"/>
      <p:bldP spid="49" grpId="1" animBg="1"/>
      <p:bldP spid="49" grpId="2" animBg="1"/>
      <p:bldP spid="13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>
        <p:tmplLst>
          <p:tmpl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us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楕円 34"/>
          <p:cNvSpPr/>
          <p:nvPr userDrawn="1"/>
        </p:nvSpPr>
        <p:spPr>
          <a:xfrm>
            <a:off x="6815748" y="2066897"/>
            <a:ext cx="661411" cy="672408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33" name="楕円 32"/>
          <p:cNvSpPr/>
          <p:nvPr userDrawn="1"/>
        </p:nvSpPr>
        <p:spPr>
          <a:xfrm>
            <a:off x="9244592" y="4143055"/>
            <a:ext cx="641206" cy="641305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24" name="楕円 23"/>
          <p:cNvSpPr/>
          <p:nvPr userDrawn="1"/>
        </p:nvSpPr>
        <p:spPr>
          <a:xfrm>
            <a:off x="424273" y="4167669"/>
            <a:ext cx="1022519" cy="102267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31" name="楕円 30"/>
          <p:cNvSpPr/>
          <p:nvPr userDrawn="1"/>
        </p:nvSpPr>
        <p:spPr>
          <a:xfrm>
            <a:off x="5264642" y="5157607"/>
            <a:ext cx="409579" cy="41639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30" name="楕円 29"/>
          <p:cNvSpPr/>
          <p:nvPr userDrawn="1"/>
        </p:nvSpPr>
        <p:spPr>
          <a:xfrm>
            <a:off x="2643373" y="5159672"/>
            <a:ext cx="394492" cy="394553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/>
              <a:t>Slide Title Goes Here</a:t>
            </a:r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楕円 4"/>
          <p:cNvSpPr/>
          <p:nvPr userDrawn="1"/>
        </p:nvSpPr>
        <p:spPr>
          <a:xfrm>
            <a:off x="328809" y="1698619"/>
            <a:ext cx="3315759" cy="3316270"/>
          </a:xfrm>
          <a:prstGeom prst="ellipse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9" name="楕円 18"/>
          <p:cNvSpPr/>
          <p:nvPr userDrawn="1"/>
        </p:nvSpPr>
        <p:spPr>
          <a:xfrm>
            <a:off x="3078592" y="3281395"/>
            <a:ext cx="2523966" cy="2524355"/>
          </a:xfrm>
          <a:prstGeom prst="ellipse">
            <a:avLst/>
          </a:pr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23" name="楕円 22"/>
          <p:cNvSpPr/>
          <p:nvPr userDrawn="1"/>
        </p:nvSpPr>
        <p:spPr>
          <a:xfrm>
            <a:off x="4906747" y="2206052"/>
            <a:ext cx="2060530" cy="2060848"/>
          </a:xfrm>
          <a:prstGeom prst="ellipse">
            <a:avLst/>
          </a:prstGeom>
          <a:solidFill>
            <a:schemeClr val="accent3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25" name="楕円 24"/>
          <p:cNvSpPr/>
          <p:nvPr userDrawn="1"/>
        </p:nvSpPr>
        <p:spPr>
          <a:xfrm>
            <a:off x="6291456" y="3343648"/>
            <a:ext cx="2371406" cy="2371772"/>
          </a:xfrm>
          <a:prstGeom prst="ellipse">
            <a:avLst/>
          </a:prstGeom>
          <a:solidFill>
            <a:schemeClr val="accent4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26" name="楕円 25"/>
          <p:cNvSpPr/>
          <p:nvPr userDrawn="1"/>
        </p:nvSpPr>
        <p:spPr>
          <a:xfrm>
            <a:off x="8036931" y="1753447"/>
            <a:ext cx="2629659" cy="2630064"/>
          </a:xfrm>
          <a:prstGeom prst="ellipse">
            <a:avLst/>
          </a:prstGeom>
          <a:solidFill>
            <a:schemeClr val="accent5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27" name="楕円 26"/>
          <p:cNvSpPr/>
          <p:nvPr userDrawn="1"/>
        </p:nvSpPr>
        <p:spPr>
          <a:xfrm>
            <a:off x="9964679" y="3599954"/>
            <a:ext cx="1858872" cy="1859159"/>
          </a:xfrm>
          <a:prstGeom prst="ellipse">
            <a:avLst/>
          </a:prstGeom>
          <a:solidFill>
            <a:schemeClr val="accent6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28" name="楕円 27"/>
          <p:cNvSpPr/>
          <p:nvPr userDrawn="1"/>
        </p:nvSpPr>
        <p:spPr>
          <a:xfrm>
            <a:off x="3689611" y="2149026"/>
            <a:ext cx="686150" cy="686256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29" name="楕円 28"/>
          <p:cNvSpPr/>
          <p:nvPr userDrawn="1"/>
        </p:nvSpPr>
        <p:spPr>
          <a:xfrm>
            <a:off x="328809" y="1580563"/>
            <a:ext cx="570353" cy="57044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32" name="楕円 31"/>
          <p:cNvSpPr/>
          <p:nvPr userDrawn="1"/>
        </p:nvSpPr>
        <p:spPr>
          <a:xfrm>
            <a:off x="8685117" y="4832094"/>
            <a:ext cx="495027" cy="495104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34" name="楕円 33"/>
          <p:cNvSpPr/>
          <p:nvPr userDrawn="1"/>
        </p:nvSpPr>
        <p:spPr>
          <a:xfrm>
            <a:off x="11311173" y="3021804"/>
            <a:ext cx="589872" cy="5899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36" name="テキスト プレースホルダー 12"/>
          <p:cNvSpPr>
            <a:spLocks noGrp="1"/>
          </p:cNvSpPr>
          <p:nvPr>
            <p:ph type="body" sz="quarter" idx="28" hasCustomPrompt="1"/>
          </p:nvPr>
        </p:nvSpPr>
        <p:spPr>
          <a:xfrm>
            <a:off x="450365" y="2479911"/>
            <a:ext cx="3072647" cy="350148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Word</a:t>
            </a:r>
            <a:endParaRPr kumimoji="1" lang="ja-JP" altLang="en-US"/>
          </a:p>
        </p:txBody>
      </p:sp>
      <p:sp>
        <p:nvSpPr>
          <p:cNvPr id="37" name="テキスト プレースホルダー 12"/>
          <p:cNvSpPr>
            <a:spLocks noGrp="1"/>
          </p:cNvSpPr>
          <p:nvPr>
            <p:ph type="body" sz="quarter" idx="29" hasCustomPrompt="1"/>
          </p:nvPr>
        </p:nvSpPr>
        <p:spPr>
          <a:xfrm>
            <a:off x="8072411" y="2389158"/>
            <a:ext cx="2558699" cy="350148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Word</a:t>
            </a:r>
            <a:endParaRPr kumimoji="1" lang="ja-JP" altLang="en-US"/>
          </a:p>
        </p:txBody>
      </p:sp>
      <p:sp>
        <p:nvSpPr>
          <p:cNvPr id="38" name="テキスト プレースホルダー 12"/>
          <p:cNvSpPr>
            <a:spLocks noGrp="1"/>
          </p:cNvSpPr>
          <p:nvPr>
            <p:ph type="body" sz="quarter" idx="30" hasCustomPrompt="1"/>
          </p:nvPr>
        </p:nvSpPr>
        <p:spPr>
          <a:xfrm>
            <a:off x="6421421" y="3603701"/>
            <a:ext cx="2111475" cy="814580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Word</a:t>
            </a:r>
            <a:endParaRPr kumimoji="1" lang="ja-JP" altLang="en-US"/>
          </a:p>
        </p:txBody>
      </p:sp>
      <p:sp>
        <p:nvSpPr>
          <p:cNvPr id="39" name="テキスト プレースホルダー 12"/>
          <p:cNvSpPr>
            <a:spLocks noGrp="1"/>
          </p:cNvSpPr>
          <p:nvPr>
            <p:ph type="body" sz="quarter" idx="31" hasCustomPrompt="1"/>
          </p:nvPr>
        </p:nvSpPr>
        <p:spPr>
          <a:xfrm>
            <a:off x="3272054" y="3589217"/>
            <a:ext cx="2111475" cy="814580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Word</a:t>
            </a:r>
            <a:endParaRPr kumimoji="1" lang="ja-JP" altLang="en-US"/>
          </a:p>
        </p:txBody>
      </p:sp>
      <p:sp>
        <p:nvSpPr>
          <p:cNvPr id="40" name="テキスト プレースホルダー 12"/>
          <p:cNvSpPr>
            <a:spLocks noGrp="1"/>
          </p:cNvSpPr>
          <p:nvPr>
            <p:ph type="body" sz="quarter" idx="16" hasCustomPrompt="1"/>
          </p:nvPr>
        </p:nvSpPr>
        <p:spPr>
          <a:xfrm>
            <a:off x="647700" y="2932296"/>
            <a:ext cx="2624354" cy="1291766"/>
          </a:xfrm>
        </p:spPr>
        <p:txBody>
          <a:bodyPr>
            <a:normAutofit/>
          </a:bodyPr>
          <a:lstStyle>
            <a:lvl1pPr algn="ctr">
              <a:spcBef>
                <a:spcPts val="0"/>
              </a:spcBef>
              <a:defRPr sz="1333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41" name="テキスト プレースホルダー 12"/>
          <p:cNvSpPr>
            <a:spLocks noGrp="1"/>
          </p:cNvSpPr>
          <p:nvPr>
            <p:ph type="body" sz="quarter" idx="32" hasCustomPrompt="1"/>
          </p:nvPr>
        </p:nvSpPr>
        <p:spPr>
          <a:xfrm>
            <a:off x="3092729" y="4459797"/>
            <a:ext cx="2470124" cy="878466"/>
          </a:xfrm>
        </p:spPr>
        <p:txBody>
          <a:bodyPr>
            <a:normAutofit/>
          </a:bodyPr>
          <a:lstStyle>
            <a:lvl1pPr algn="ctr">
              <a:spcBef>
                <a:spcPts val="0"/>
              </a:spcBef>
              <a:defRPr sz="1333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42" name="テキスト プレースホルダー 12"/>
          <p:cNvSpPr>
            <a:spLocks noGrp="1"/>
          </p:cNvSpPr>
          <p:nvPr>
            <p:ph type="body" sz="quarter" idx="33" hasCustomPrompt="1"/>
          </p:nvPr>
        </p:nvSpPr>
        <p:spPr>
          <a:xfrm>
            <a:off x="6405730" y="4433031"/>
            <a:ext cx="2142857" cy="878466"/>
          </a:xfrm>
        </p:spPr>
        <p:txBody>
          <a:bodyPr>
            <a:normAutofit/>
          </a:bodyPr>
          <a:lstStyle>
            <a:lvl1pPr algn="ctr">
              <a:spcBef>
                <a:spcPts val="0"/>
              </a:spcBef>
              <a:defRPr sz="1333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43" name="テキスト プレースホルダー 12"/>
          <p:cNvSpPr>
            <a:spLocks noGrp="1"/>
          </p:cNvSpPr>
          <p:nvPr>
            <p:ph type="body" sz="quarter" idx="34" hasCustomPrompt="1"/>
          </p:nvPr>
        </p:nvSpPr>
        <p:spPr>
          <a:xfrm>
            <a:off x="8116698" y="2825160"/>
            <a:ext cx="2470124" cy="878466"/>
          </a:xfrm>
        </p:spPr>
        <p:txBody>
          <a:bodyPr>
            <a:normAutofit/>
          </a:bodyPr>
          <a:lstStyle>
            <a:lvl1pPr algn="ctr">
              <a:spcBef>
                <a:spcPts val="0"/>
              </a:spcBef>
              <a:defRPr sz="1333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44" name="テキスト プレースホルダー 12"/>
          <p:cNvSpPr>
            <a:spLocks noGrp="1"/>
          </p:cNvSpPr>
          <p:nvPr>
            <p:ph type="body" sz="quarter" idx="35" hasCustomPrompt="1"/>
          </p:nvPr>
        </p:nvSpPr>
        <p:spPr>
          <a:xfrm>
            <a:off x="4939576" y="2837626"/>
            <a:ext cx="1994872" cy="774141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Word</a:t>
            </a:r>
            <a:endParaRPr kumimoji="1" lang="ja-JP" altLang="en-US"/>
          </a:p>
        </p:txBody>
      </p:sp>
      <p:sp>
        <p:nvSpPr>
          <p:cNvPr id="50" name="テキスト プレースホルダー 12"/>
          <p:cNvSpPr>
            <a:spLocks noGrp="1"/>
          </p:cNvSpPr>
          <p:nvPr>
            <p:ph type="body" sz="quarter" idx="36" hasCustomPrompt="1"/>
          </p:nvPr>
        </p:nvSpPr>
        <p:spPr>
          <a:xfrm>
            <a:off x="10046877" y="4098123"/>
            <a:ext cx="1689367" cy="86353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Word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3168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4" presetClass="entr" presetSubtype="1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4" presetClass="entr" presetSubtype="1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4" presetClass="entr" presetSubtype="1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4" presetClass="entr" presetSubtype="1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4" presetClass="entr" presetSubtype="1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4" presetClass="entr" presetSubtype="1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4" presetClass="entr" presetSubtype="1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4" presetClass="entr" presetSubtype="1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3" grpId="0" animBg="1"/>
      <p:bldP spid="24" grpId="0" animBg="1"/>
      <p:bldP spid="31" grpId="0" animBg="1"/>
      <p:bldP spid="30" grpId="0" animBg="1"/>
      <p:bldP spid="5" grpId="0" animBg="1"/>
      <p:bldP spid="19" grpId="0" animBg="1"/>
      <p:bldP spid="23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2" grpId="0" animBg="1"/>
      <p:bldP spid="34" grpId="0" animBg="1"/>
      <p:bldP spid="36" grpId="0" build="p">
        <p:tmplLst>
          <p:tmpl lvl="1">
            <p:tnLst>
              <p:par>
                <p:cTn presetID="14" presetClass="entr" presetSubtype="1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14" presetClass="entr" presetSubtype="1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14" presetClass="entr" presetSubtype="1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p">
        <p:tmplLst>
          <p:tmpl lvl="1">
            <p:tnLst>
              <p:par>
                <p:cTn presetID="14" presetClass="entr" presetSubtype="1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14" presetClass="entr" presetSubtype="1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14" presetClass="entr" presetSubtype="1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14" presetClass="entr" presetSubtype="1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14" presetClass="entr" presetSubtype="1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14" presetClass="entr" presetSubtype="1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>
        <p:tmplLst>
          <p:tmpl lvl="1">
            <p:tnLst>
              <p:par>
                <p:cTn presetID="14" presetClass="entr" presetSubtype="10" fill="hold" nodeType="withEffect">
                  <p:stCondLst>
                    <p:cond delay="1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story - 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/>
              <a:t>Slide Title Goes Here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直線コネクタ 6"/>
          <p:cNvCxnSpPr>
            <a:stCxn id="5" idx="7"/>
            <a:endCxn id="8" idx="0"/>
          </p:cNvCxnSpPr>
          <p:nvPr userDrawn="1"/>
        </p:nvCxnSpPr>
        <p:spPr>
          <a:xfrm>
            <a:off x="6096001" y="1926993"/>
            <a:ext cx="0" cy="791451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涙形 4"/>
          <p:cNvSpPr/>
          <p:nvPr userDrawn="1"/>
        </p:nvSpPr>
        <p:spPr>
          <a:xfrm rot="8100000">
            <a:off x="5891320" y="1432775"/>
            <a:ext cx="409361" cy="409424"/>
          </a:xfrm>
          <a:prstGeom prst="teardrop">
            <a:avLst/>
          </a:prstGeom>
          <a:solidFill>
            <a:schemeClr val="tx2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9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1599972" y="3225441"/>
            <a:ext cx="3072647" cy="986160"/>
          </a:xfrm>
        </p:spPr>
        <p:txBody>
          <a:bodyPr>
            <a:normAutofit/>
          </a:bodyPr>
          <a:lstStyle>
            <a:lvl1pPr algn="r">
              <a:spcBef>
                <a:spcPts val="0"/>
              </a:spcBef>
              <a:defRPr sz="1200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20" name="テキスト プレースホルダー 12"/>
          <p:cNvSpPr>
            <a:spLocks noGrp="1"/>
          </p:cNvSpPr>
          <p:nvPr>
            <p:ph type="body" sz="quarter" idx="14" hasCustomPrompt="1"/>
          </p:nvPr>
        </p:nvSpPr>
        <p:spPr>
          <a:xfrm>
            <a:off x="1599972" y="2597880"/>
            <a:ext cx="3072647" cy="498098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21" name="正方形/長方形 20"/>
          <p:cNvSpPr/>
          <p:nvPr userDrawn="1"/>
        </p:nvSpPr>
        <p:spPr>
          <a:xfrm>
            <a:off x="3384351" y="3075980"/>
            <a:ext cx="1218599" cy="480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 sz="1200"/>
          </a:p>
        </p:txBody>
      </p:sp>
      <p:cxnSp>
        <p:nvCxnSpPr>
          <p:cNvPr id="22" name="直線コネクタ 21"/>
          <p:cNvCxnSpPr>
            <a:stCxn id="8" idx="4"/>
            <a:endCxn id="24" idx="0"/>
          </p:cNvCxnSpPr>
          <p:nvPr userDrawn="1"/>
        </p:nvCxnSpPr>
        <p:spPr>
          <a:xfrm>
            <a:off x="6096001" y="2975416"/>
            <a:ext cx="0" cy="980975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/>
          <p:cNvCxnSpPr>
            <a:stCxn id="28" idx="1"/>
            <a:endCxn id="24" idx="6"/>
          </p:cNvCxnSpPr>
          <p:nvPr userDrawn="1"/>
        </p:nvCxnSpPr>
        <p:spPr>
          <a:xfrm flipH="1">
            <a:off x="6224466" y="4084875"/>
            <a:ext cx="419844" cy="2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円/楕円 4"/>
          <p:cNvSpPr/>
          <p:nvPr userDrawn="1"/>
        </p:nvSpPr>
        <p:spPr>
          <a:xfrm>
            <a:off x="6657652" y="3705436"/>
            <a:ext cx="757677" cy="758880"/>
          </a:xfrm>
          <a:prstGeom prst="rect">
            <a:avLst/>
          </a:prstGeom>
          <a:solidFill>
            <a:schemeClr val="accent2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28" name="テキスト プレースホルダー 12"/>
          <p:cNvSpPr>
            <a:spLocks noGrp="1"/>
          </p:cNvSpPr>
          <p:nvPr>
            <p:ph type="body" sz="quarter" idx="15" hasCustomPrompt="1"/>
          </p:nvPr>
        </p:nvSpPr>
        <p:spPr>
          <a:xfrm>
            <a:off x="6644311" y="3835826"/>
            <a:ext cx="784359" cy="498098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0000</a:t>
            </a:r>
            <a:endParaRPr kumimoji="1" lang="ja-JP" altLang="en-US"/>
          </a:p>
        </p:txBody>
      </p:sp>
      <p:sp>
        <p:nvSpPr>
          <p:cNvPr id="37" name="テキスト プレースホルダー 12"/>
          <p:cNvSpPr>
            <a:spLocks noGrp="1"/>
          </p:cNvSpPr>
          <p:nvPr>
            <p:ph type="body" sz="quarter" idx="16" hasCustomPrompt="1"/>
          </p:nvPr>
        </p:nvSpPr>
        <p:spPr>
          <a:xfrm>
            <a:off x="7516796" y="4463387"/>
            <a:ext cx="3072647" cy="986160"/>
          </a:xfrm>
        </p:spPr>
        <p:txBody>
          <a:bodyPr>
            <a:normAutofit/>
          </a:bodyPr>
          <a:lstStyle>
            <a:lvl1pPr algn="l">
              <a:spcBef>
                <a:spcPts val="0"/>
              </a:spcBef>
              <a:defRPr sz="1200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38" name="テキスト プレースホルダー 12"/>
          <p:cNvSpPr>
            <a:spLocks noGrp="1"/>
          </p:cNvSpPr>
          <p:nvPr>
            <p:ph type="body" sz="quarter" idx="17" hasCustomPrompt="1"/>
          </p:nvPr>
        </p:nvSpPr>
        <p:spPr>
          <a:xfrm>
            <a:off x="7516796" y="3835826"/>
            <a:ext cx="3072647" cy="498098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39" name="正方形/長方形 38"/>
          <p:cNvSpPr/>
          <p:nvPr userDrawn="1"/>
        </p:nvSpPr>
        <p:spPr>
          <a:xfrm>
            <a:off x="7586465" y="4313926"/>
            <a:ext cx="1218599" cy="480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 sz="1200"/>
          </a:p>
        </p:txBody>
      </p:sp>
      <p:sp>
        <p:nvSpPr>
          <p:cNvPr id="43" name="テキスト プレースホルダー 12"/>
          <p:cNvSpPr>
            <a:spLocks noGrp="1"/>
          </p:cNvSpPr>
          <p:nvPr>
            <p:ph type="body" sz="quarter" idx="19" hasCustomPrompt="1"/>
          </p:nvPr>
        </p:nvSpPr>
        <p:spPr>
          <a:xfrm>
            <a:off x="1599972" y="5665394"/>
            <a:ext cx="3072647" cy="986160"/>
          </a:xfrm>
        </p:spPr>
        <p:txBody>
          <a:bodyPr>
            <a:normAutofit/>
          </a:bodyPr>
          <a:lstStyle>
            <a:lvl1pPr algn="r">
              <a:spcBef>
                <a:spcPts val="0"/>
              </a:spcBef>
              <a:defRPr sz="1200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44" name="テキスト プレースホルダー 12"/>
          <p:cNvSpPr>
            <a:spLocks noGrp="1"/>
          </p:cNvSpPr>
          <p:nvPr>
            <p:ph type="body" sz="quarter" idx="20" hasCustomPrompt="1"/>
          </p:nvPr>
        </p:nvSpPr>
        <p:spPr>
          <a:xfrm>
            <a:off x="1599972" y="5037833"/>
            <a:ext cx="3072647" cy="498098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45" name="正方形/長方形 44"/>
          <p:cNvSpPr/>
          <p:nvPr userDrawn="1"/>
        </p:nvSpPr>
        <p:spPr>
          <a:xfrm>
            <a:off x="3384351" y="5515933"/>
            <a:ext cx="1218599" cy="4801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 sz="1200"/>
          </a:p>
        </p:txBody>
      </p:sp>
      <p:cxnSp>
        <p:nvCxnSpPr>
          <p:cNvPr id="46" name="直線コネクタ 45"/>
          <p:cNvCxnSpPr>
            <a:stCxn id="24" idx="4"/>
            <a:endCxn id="40" idx="0"/>
          </p:cNvCxnSpPr>
          <p:nvPr userDrawn="1"/>
        </p:nvCxnSpPr>
        <p:spPr>
          <a:xfrm>
            <a:off x="6096001" y="4213362"/>
            <a:ext cx="0" cy="944107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/>
          <p:cNvCxnSpPr>
            <a:stCxn id="8" idx="2"/>
            <a:endCxn id="13" idx="3"/>
          </p:cNvCxnSpPr>
          <p:nvPr userDrawn="1"/>
        </p:nvCxnSpPr>
        <p:spPr>
          <a:xfrm flipH="1" flipV="1">
            <a:off x="5557230" y="2846930"/>
            <a:ext cx="410305" cy="1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円/楕円 4"/>
          <p:cNvSpPr/>
          <p:nvPr userDrawn="1"/>
        </p:nvSpPr>
        <p:spPr>
          <a:xfrm>
            <a:off x="4799554" y="2467490"/>
            <a:ext cx="757677" cy="758880"/>
          </a:xfrm>
          <a:prstGeom prst="rect">
            <a:avLst/>
          </a:prstGeom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7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4786213" y="2597880"/>
            <a:ext cx="784359" cy="498098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0000</a:t>
            </a:r>
            <a:endParaRPr kumimoji="1" lang="ja-JP" altLang="en-US"/>
          </a:p>
        </p:txBody>
      </p:sp>
      <p:cxnSp>
        <p:nvCxnSpPr>
          <p:cNvPr id="41" name="直線コネクタ 40"/>
          <p:cNvCxnSpPr>
            <a:stCxn id="40" idx="2"/>
            <a:endCxn id="49" idx="3"/>
          </p:cNvCxnSpPr>
          <p:nvPr userDrawn="1"/>
        </p:nvCxnSpPr>
        <p:spPr>
          <a:xfrm flipH="1" flipV="1">
            <a:off x="5557230" y="5285954"/>
            <a:ext cx="410305" cy="1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コネクタ 53"/>
          <p:cNvCxnSpPr>
            <a:stCxn id="40" idx="4"/>
          </p:cNvCxnSpPr>
          <p:nvPr userDrawn="1"/>
        </p:nvCxnSpPr>
        <p:spPr>
          <a:xfrm>
            <a:off x="6096001" y="5414440"/>
            <a:ext cx="0" cy="1443560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円/楕円 4"/>
          <p:cNvSpPr/>
          <p:nvPr userDrawn="1"/>
        </p:nvSpPr>
        <p:spPr>
          <a:xfrm>
            <a:off x="4799554" y="4906514"/>
            <a:ext cx="757677" cy="758880"/>
          </a:xfrm>
          <a:prstGeom prst="rect">
            <a:avLst/>
          </a:prstGeom>
          <a:solidFill>
            <a:schemeClr val="accent3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42" name="テキスト プレースホルダー 12"/>
          <p:cNvSpPr>
            <a:spLocks noGrp="1"/>
          </p:cNvSpPr>
          <p:nvPr>
            <p:ph type="body" sz="quarter" idx="18" hasCustomPrompt="1"/>
          </p:nvPr>
        </p:nvSpPr>
        <p:spPr>
          <a:xfrm>
            <a:off x="4786213" y="5037833"/>
            <a:ext cx="784359" cy="498098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0000</a:t>
            </a:r>
            <a:endParaRPr kumimoji="1" lang="ja-JP" altLang="en-US"/>
          </a:p>
        </p:txBody>
      </p:sp>
      <p:sp>
        <p:nvSpPr>
          <p:cNvPr id="8" name="楕円 7"/>
          <p:cNvSpPr/>
          <p:nvPr userDrawn="1"/>
        </p:nvSpPr>
        <p:spPr>
          <a:xfrm>
            <a:off x="5967535" y="2718445"/>
            <a:ext cx="256931" cy="256971"/>
          </a:xfrm>
          <a:prstGeom prst="ellipse">
            <a:avLst/>
          </a:prstGeom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24" name="楕円 23"/>
          <p:cNvSpPr/>
          <p:nvPr userDrawn="1"/>
        </p:nvSpPr>
        <p:spPr>
          <a:xfrm>
            <a:off x="5967535" y="3956391"/>
            <a:ext cx="256931" cy="256971"/>
          </a:xfrm>
          <a:prstGeom prst="ellipse">
            <a:avLst/>
          </a:prstGeom>
          <a:solidFill>
            <a:schemeClr val="accent2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40" name="楕円 39"/>
          <p:cNvSpPr/>
          <p:nvPr userDrawn="1"/>
        </p:nvSpPr>
        <p:spPr>
          <a:xfrm>
            <a:off x="5967535" y="5157469"/>
            <a:ext cx="256931" cy="256971"/>
          </a:xfrm>
          <a:prstGeom prst="ellipse">
            <a:avLst/>
          </a:prstGeom>
          <a:solidFill>
            <a:schemeClr val="accent3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2238273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5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5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5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250"/>
                            </p:stCondLst>
                            <p:childTnLst>
                              <p:par>
                                <p:cTn id="2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50"/>
                            </p:stCondLst>
                            <p:childTnLst>
                              <p:par>
                                <p:cTn id="29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250"/>
                            </p:stCondLst>
                            <p:childTnLst>
                              <p:par>
                                <p:cTn id="3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75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25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75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25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750"/>
                            </p:stCondLst>
                            <p:childTnLst>
                              <p:par>
                                <p:cTn id="61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625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6750"/>
                            </p:stCondLst>
                            <p:childTnLst>
                              <p:par>
                                <p:cTn id="7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725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7750"/>
                            </p:stCondLst>
                            <p:childTnLst>
                              <p:par>
                                <p:cTn id="8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8250"/>
                            </p:stCondLst>
                            <p:childTnLst>
                              <p:par>
                                <p:cTn id="8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9250"/>
                            </p:stCondLst>
                            <p:childTnLst>
                              <p:par>
                                <p:cTn id="9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9750"/>
                            </p:stCondLst>
                            <p:childTnLst>
                              <p:par>
                                <p:cTn id="10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4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0250"/>
                            </p:stCondLst>
                            <p:childTnLst>
                              <p:par>
                                <p:cTn id="10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9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animBg="1"/>
      <p:bldP spid="27" grpId="0" animBg="1"/>
      <p:bldP spid="28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animBg="1"/>
      <p:bldP spid="43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0" animBg="1"/>
      <p:bldP spid="13" grpId="0" animBg="1"/>
      <p:bldP spid="17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 animBg="1"/>
      <p:bldP spid="42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24" grpId="0" animBg="1"/>
      <p:bldP spid="40" grpId="0" animBg="1"/>
    </p:bldLst>
  </p:timing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lcome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グループ化 7"/>
          <p:cNvGrpSpPr/>
          <p:nvPr userDrawn="1"/>
        </p:nvGrpSpPr>
        <p:grpSpPr>
          <a:xfrm>
            <a:off x="3882374" y="2945869"/>
            <a:ext cx="1293753" cy="48013"/>
            <a:chOff x="6119664" y="3270498"/>
            <a:chExt cx="1940630" cy="72008"/>
          </a:xfrm>
        </p:grpSpPr>
        <p:sp>
          <p:nvSpPr>
            <p:cNvPr id="10" name="正方形/長方形 9"/>
            <p:cNvSpPr/>
            <p:nvPr userDrawn="1"/>
          </p:nvSpPr>
          <p:spPr>
            <a:xfrm>
              <a:off x="6765355" y="3270498"/>
              <a:ext cx="648072" cy="7200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9" name="正方形/長方形 8"/>
            <p:cNvSpPr/>
            <p:nvPr userDrawn="1"/>
          </p:nvSpPr>
          <p:spPr>
            <a:xfrm>
              <a:off x="6119664" y="3270498"/>
              <a:ext cx="648072" cy="7200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1" name="正方形/長方形 10"/>
            <p:cNvSpPr/>
            <p:nvPr userDrawn="1"/>
          </p:nvSpPr>
          <p:spPr>
            <a:xfrm>
              <a:off x="7412222" y="3270498"/>
              <a:ext cx="648072" cy="7200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</p:grp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4038600" y="6389527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The Power of PowerPoint | thepopp.com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1407246" y="6401024"/>
            <a:ext cx="784517" cy="326074"/>
          </a:xfrm>
          <a:prstGeom prst="rect">
            <a:avLst/>
          </a:prstGeom>
        </p:spPr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3808406" y="3133093"/>
            <a:ext cx="5697242" cy="1577765"/>
          </a:xfrm>
        </p:spPr>
        <p:txBody>
          <a:bodyPr>
            <a:normAutofit/>
          </a:bodyPr>
          <a:lstStyle>
            <a:lvl1pPr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14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3808406" y="2386346"/>
            <a:ext cx="5697242" cy="498098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5" name="円/楕円 4"/>
          <p:cNvSpPr/>
          <p:nvPr userDrawn="1"/>
        </p:nvSpPr>
        <p:spPr>
          <a:xfrm>
            <a:off x="2771020" y="1969409"/>
            <a:ext cx="927766" cy="745182"/>
          </a:xfrm>
          <a:custGeom>
            <a:avLst/>
            <a:gdLst/>
            <a:ahLst/>
            <a:cxnLst/>
            <a:rect l="l" t="t" r="r" b="b"/>
            <a:pathLst>
              <a:path w="1391649" h="1117600">
                <a:moveTo>
                  <a:pt x="641350" y="0"/>
                </a:moveTo>
                <a:cubicBezTo>
                  <a:pt x="995558" y="0"/>
                  <a:pt x="1282700" y="250183"/>
                  <a:pt x="1282700" y="558800"/>
                </a:cubicBezTo>
                <a:cubicBezTo>
                  <a:pt x="1282700" y="678010"/>
                  <a:pt x="1239857" y="788500"/>
                  <a:pt x="1166143" y="878649"/>
                </a:cubicBezTo>
                <a:cubicBezTo>
                  <a:pt x="1228612" y="951179"/>
                  <a:pt x="1306525" y="1002662"/>
                  <a:pt x="1391649" y="1064962"/>
                </a:cubicBezTo>
                <a:lnTo>
                  <a:pt x="1016117" y="1010533"/>
                </a:lnTo>
                <a:cubicBezTo>
                  <a:pt x="911360" y="1078369"/>
                  <a:pt x="781613" y="1117600"/>
                  <a:pt x="641350" y="1117600"/>
                </a:cubicBezTo>
                <a:cubicBezTo>
                  <a:pt x="287142" y="1117600"/>
                  <a:pt x="0" y="867417"/>
                  <a:pt x="0" y="558800"/>
                </a:cubicBezTo>
                <a:cubicBezTo>
                  <a:pt x="0" y="250183"/>
                  <a:pt x="287142" y="0"/>
                  <a:pt x="641350" y="0"/>
                </a:cubicBezTo>
                <a:close/>
              </a:path>
            </a:pathLst>
          </a:custGeom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218741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00"/>
                            </p:stCondLst>
                            <p:childTnLst>
                              <p:par>
                                <p:cTn id="14" presetID="2" presetClass="entr" presetSubtype="4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4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" grpId="0" animBg="1"/>
    </p:bldLst>
  </p:timing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/>
          <p:cNvSpPr/>
          <p:nvPr userDrawn="1"/>
        </p:nvSpPr>
        <p:spPr>
          <a:xfrm>
            <a:off x="4931219" y="3313621"/>
            <a:ext cx="432048" cy="480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9" name="正方形/長方形 8"/>
          <p:cNvSpPr/>
          <p:nvPr userDrawn="1"/>
        </p:nvSpPr>
        <p:spPr>
          <a:xfrm>
            <a:off x="4500758" y="3313621"/>
            <a:ext cx="432048" cy="480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1" name="正方形/長方形 10"/>
          <p:cNvSpPr/>
          <p:nvPr userDrawn="1"/>
        </p:nvSpPr>
        <p:spPr>
          <a:xfrm>
            <a:off x="5362463" y="3313621"/>
            <a:ext cx="432048" cy="4801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3" name="フッター プレースホルダー 2"/>
          <p:cNvSpPr>
            <a:spLocks noGrp="1"/>
          </p:cNvSpPr>
          <p:nvPr userDrawn="1">
            <p:ph type="ftr" sz="quarter" idx="10"/>
          </p:nvPr>
        </p:nvSpPr>
        <p:spPr>
          <a:xfrm>
            <a:off x="4038600" y="6389527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The Power of PowerPoint | thepopp.com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>
          <a:xfrm>
            <a:off x="11407246" y="6401024"/>
            <a:ext cx="784517" cy="326074"/>
          </a:xfrm>
          <a:prstGeom prst="rect">
            <a:avLst/>
          </a:prstGeom>
        </p:spPr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テキスト プレースホルダー 12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4446142" y="3500845"/>
            <a:ext cx="5697242" cy="1577765"/>
          </a:xfrm>
        </p:spPr>
        <p:txBody>
          <a:bodyPr>
            <a:normAutofit/>
          </a:bodyPr>
          <a:lstStyle>
            <a:lvl1pPr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14" name="テキスト プレースホルダー 12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489166" y="1822176"/>
            <a:ext cx="4382753" cy="1430021"/>
          </a:xfrm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4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Put a Word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924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900"/>
                            </p:stCondLst>
                            <p:childTnLst>
                              <p:par>
                                <p:cTn id="1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6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 animBg="1"/>
      <p:bldP spid="11" grpId="0" animBg="1"/>
      <p:bldP spid="13" grpId="0">
        <p:tmplLst>
          <p:tmpl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正方形/長方形 4"/>
          <p:cNvSpPr/>
          <p:nvPr userDrawn="1"/>
        </p:nvSpPr>
        <p:spPr>
          <a:xfrm>
            <a:off x="0" y="0"/>
            <a:ext cx="12191762" cy="236135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7" name="図プレースホルダー 6"/>
          <p:cNvSpPr>
            <a:spLocks noGrp="1"/>
          </p:cNvSpPr>
          <p:nvPr>
            <p:ph type="pic" sz="quarter" idx="12" hasCustomPrompt="1"/>
          </p:nvPr>
        </p:nvSpPr>
        <p:spPr>
          <a:xfrm>
            <a:off x="1797353" y="1178258"/>
            <a:ext cx="2365828" cy="2366193"/>
          </a:xfrm>
          <a:solidFill>
            <a:schemeClr val="bg1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txBody>
          <a:bodyPr>
            <a:normAutofit/>
          </a:bodyPr>
          <a:lstStyle>
            <a:lvl1pPr>
              <a:defRPr sz="1333" baseline="0"/>
            </a:lvl1pPr>
          </a:lstStyle>
          <a:p>
            <a:r>
              <a:rPr kumimoji="1" lang="en-US" altLang="ja-JP"/>
              <a:t>Insert an image</a:t>
            </a:r>
            <a:endParaRPr kumimoji="1" lang="ja-JP" altLang="en-US"/>
          </a:p>
        </p:txBody>
      </p:sp>
      <p:sp>
        <p:nvSpPr>
          <p:cNvPr id="8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4327401" y="1441975"/>
            <a:ext cx="6141253" cy="812925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36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9" name="テキスト プレースホルダー 12"/>
          <p:cNvSpPr>
            <a:spLocks noGrp="1"/>
          </p:cNvSpPr>
          <p:nvPr>
            <p:ph type="body" sz="quarter" idx="14" hasCustomPrompt="1"/>
          </p:nvPr>
        </p:nvSpPr>
        <p:spPr>
          <a:xfrm>
            <a:off x="4337077" y="2406417"/>
            <a:ext cx="6141253" cy="893674"/>
          </a:xfrm>
        </p:spPr>
        <p:txBody>
          <a:bodyPr anchor="t">
            <a:noAutofit/>
          </a:bodyPr>
          <a:lstStyle>
            <a:lvl1pPr algn="l">
              <a:lnSpc>
                <a:spcPct val="13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10" name="テキスト プレースホルダー 12"/>
          <p:cNvSpPr>
            <a:spLocks noGrp="1"/>
          </p:cNvSpPr>
          <p:nvPr>
            <p:ph type="body" sz="quarter" idx="15" hasCustomPrompt="1"/>
          </p:nvPr>
        </p:nvSpPr>
        <p:spPr>
          <a:xfrm>
            <a:off x="1797353" y="3696875"/>
            <a:ext cx="8680977" cy="1011467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11" name="円/楕円 4"/>
          <p:cNvSpPr/>
          <p:nvPr userDrawn="1"/>
        </p:nvSpPr>
        <p:spPr>
          <a:xfrm>
            <a:off x="713620" y="4879972"/>
            <a:ext cx="757677" cy="758880"/>
          </a:xfrm>
          <a:prstGeom prst="rect">
            <a:avLst/>
          </a:prstGeom>
          <a:solidFill>
            <a:schemeClr val="accent2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2" name="図プレースホルダー 25"/>
          <p:cNvSpPr>
            <a:spLocks noGrp="1"/>
          </p:cNvSpPr>
          <p:nvPr>
            <p:ph type="pic" sz="quarter" idx="16" hasCustomPrompt="1"/>
          </p:nvPr>
        </p:nvSpPr>
        <p:spPr>
          <a:xfrm>
            <a:off x="882457" y="5049379"/>
            <a:ext cx="420000" cy="420065"/>
          </a:xfrm>
        </p:spPr>
        <p:txBody>
          <a:bodyPr>
            <a:normAutofit/>
          </a:bodyPr>
          <a:lstStyle>
            <a:lvl1pPr>
              <a:defRPr sz="933"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Icon</a:t>
            </a:r>
            <a:endParaRPr kumimoji="1" lang="ja-JP" altLang="en-US"/>
          </a:p>
        </p:txBody>
      </p:sp>
      <p:sp>
        <p:nvSpPr>
          <p:cNvPr id="13" name="テキスト プレースホルダー 12"/>
          <p:cNvSpPr>
            <a:spLocks noGrp="1"/>
          </p:cNvSpPr>
          <p:nvPr>
            <p:ph type="body" sz="quarter" idx="17" hasCustomPrompt="1"/>
          </p:nvPr>
        </p:nvSpPr>
        <p:spPr>
          <a:xfrm>
            <a:off x="1566521" y="5266915"/>
            <a:ext cx="2665603" cy="375285"/>
          </a:xfrm>
        </p:spPr>
        <p:txBody>
          <a:bodyPr>
            <a:normAutofit/>
          </a:bodyPr>
          <a:lstStyle>
            <a:lvl1pPr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14" name="テキスト プレースホルダー 12"/>
          <p:cNvSpPr>
            <a:spLocks noGrp="1"/>
          </p:cNvSpPr>
          <p:nvPr>
            <p:ph type="body" sz="quarter" idx="18" hasCustomPrompt="1"/>
          </p:nvPr>
        </p:nvSpPr>
        <p:spPr>
          <a:xfrm>
            <a:off x="1566521" y="4877750"/>
            <a:ext cx="2665603" cy="498098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Put a word</a:t>
            </a:r>
            <a:endParaRPr kumimoji="1" lang="ja-JP" altLang="en-US"/>
          </a:p>
        </p:txBody>
      </p:sp>
      <p:sp>
        <p:nvSpPr>
          <p:cNvPr id="15" name="円/楕円 4"/>
          <p:cNvSpPr/>
          <p:nvPr userDrawn="1"/>
        </p:nvSpPr>
        <p:spPr>
          <a:xfrm>
            <a:off x="4345287" y="4879972"/>
            <a:ext cx="757677" cy="758880"/>
          </a:xfrm>
          <a:prstGeom prst="rect">
            <a:avLst/>
          </a:prstGeom>
          <a:solidFill>
            <a:schemeClr val="accent3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6" name="図プレースホルダー 25"/>
          <p:cNvSpPr>
            <a:spLocks noGrp="1"/>
          </p:cNvSpPr>
          <p:nvPr>
            <p:ph type="pic" sz="quarter" idx="19" hasCustomPrompt="1"/>
          </p:nvPr>
        </p:nvSpPr>
        <p:spPr>
          <a:xfrm>
            <a:off x="4514125" y="5049379"/>
            <a:ext cx="420000" cy="420065"/>
          </a:xfrm>
        </p:spPr>
        <p:txBody>
          <a:bodyPr>
            <a:normAutofit/>
          </a:bodyPr>
          <a:lstStyle>
            <a:lvl1pPr>
              <a:defRPr sz="933"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Icon</a:t>
            </a:r>
            <a:endParaRPr kumimoji="1" lang="ja-JP" altLang="en-US"/>
          </a:p>
        </p:txBody>
      </p:sp>
      <p:sp>
        <p:nvSpPr>
          <p:cNvPr id="17" name="テキスト プレースホルダー 12"/>
          <p:cNvSpPr>
            <a:spLocks noGrp="1"/>
          </p:cNvSpPr>
          <p:nvPr>
            <p:ph type="body" sz="quarter" idx="20" hasCustomPrompt="1"/>
          </p:nvPr>
        </p:nvSpPr>
        <p:spPr>
          <a:xfrm>
            <a:off x="5198189" y="5266915"/>
            <a:ext cx="2665603" cy="375285"/>
          </a:xfrm>
        </p:spPr>
        <p:txBody>
          <a:bodyPr>
            <a:normAutofit/>
          </a:bodyPr>
          <a:lstStyle>
            <a:lvl1pPr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18" name="テキスト プレースホルダー 12"/>
          <p:cNvSpPr>
            <a:spLocks noGrp="1"/>
          </p:cNvSpPr>
          <p:nvPr>
            <p:ph type="body" sz="quarter" idx="21" hasCustomPrompt="1"/>
          </p:nvPr>
        </p:nvSpPr>
        <p:spPr>
          <a:xfrm>
            <a:off x="5198189" y="4877750"/>
            <a:ext cx="2665603" cy="498098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Put a word</a:t>
            </a:r>
            <a:endParaRPr kumimoji="1" lang="ja-JP" altLang="en-US"/>
          </a:p>
        </p:txBody>
      </p:sp>
      <p:sp>
        <p:nvSpPr>
          <p:cNvPr id="19" name="円/楕円 4"/>
          <p:cNvSpPr/>
          <p:nvPr userDrawn="1"/>
        </p:nvSpPr>
        <p:spPr>
          <a:xfrm>
            <a:off x="7987438" y="4879972"/>
            <a:ext cx="757677" cy="758880"/>
          </a:xfrm>
          <a:prstGeom prst="rect">
            <a:avLst/>
          </a:prstGeom>
          <a:solidFill>
            <a:schemeClr val="accent5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20" name="図プレースホルダー 25"/>
          <p:cNvSpPr>
            <a:spLocks noGrp="1"/>
          </p:cNvSpPr>
          <p:nvPr>
            <p:ph type="pic" sz="quarter" idx="22" hasCustomPrompt="1"/>
          </p:nvPr>
        </p:nvSpPr>
        <p:spPr>
          <a:xfrm>
            <a:off x="8156275" y="5049379"/>
            <a:ext cx="420000" cy="420065"/>
          </a:xfrm>
        </p:spPr>
        <p:txBody>
          <a:bodyPr>
            <a:normAutofit/>
          </a:bodyPr>
          <a:lstStyle>
            <a:lvl1pPr>
              <a:defRPr sz="933"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Icon</a:t>
            </a:r>
            <a:endParaRPr kumimoji="1" lang="ja-JP" altLang="en-US"/>
          </a:p>
        </p:txBody>
      </p:sp>
      <p:sp>
        <p:nvSpPr>
          <p:cNvPr id="21" name="テキスト プレースホルダー 12"/>
          <p:cNvSpPr>
            <a:spLocks noGrp="1"/>
          </p:cNvSpPr>
          <p:nvPr>
            <p:ph type="body" sz="quarter" idx="23" hasCustomPrompt="1"/>
          </p:nvPr>
        </p:nvSpPr>
        <p:spPr>
          <a:xfrm>
            <a:off x="8840339" y="5266915"/>
            <a:ext cx="2665603" cy="375285"/>
          </a:xfrm>
        </p:spPr>
        <p:txBody>
          <a:bodyPr>
            <a:normAutofit/>
          </a:bodyPr>
          <a:lstStyle>
            <a:lvl1pPr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22" name="テキスト プレースホルダー 12"/>
          <p:cNvSpPr>
            <a:spLocks noGrp="1"/>
          </p:cNvSpPr>
          <p:nvPr>
            <p:ph type="body" sz="quarter" idx="24" hasCustomPrompt="1"/>
          </p:nvPr>
        </p:nvSpPr>
        <p:spPr>
          <a:xfrm>
            <a:off x="8840339" y="4877750"/>
            <a:ext cx="2665603" cy="498098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Put a word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922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3" decel="100000" fill="hold" grpId="0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65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315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65"/>
                            </p:stCondLst>
                            <p:childTnLst>
                              <p:par>
                                <p:cTn id="26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65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65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65"/>
                            </p:stCondLst>
                            <p:childTnLst>
                              <p:par>
                                <p:cTn id="4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65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565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065"/>
                            </p:stCondLst>
                            <p:childTnLst>
                              <p:par>
                                <p:cTn id="68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6565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7065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2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>
        <p:tmplLst>
          <p:tmpl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iterate type="lt">
                    <p:tmPct val="3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>
        <p:tmplLst>
          <p:tmpl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animBg="1"/>
      <p:bldP spid="12" grpId="0"/>
      <p:bldP spid="1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animBg="1"/>
      <p:bldP spid="16" grpId="0"/>
      <p:bldP spid="17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animBg="1"/>
      <p:bldP spid="20" grpId="0"/>
      <p:bldP spid="2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0" y="0"/>
            <a:ext cx="12191762" cy="236135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32" name="図プレースホルダー 31"/>
          <p:cNvSpPr>
            <a:spLocks noGrp="1"/>
          </p:cNvSpPr>
          <p:nvPr>
            <p:ph type="pic" sz="quarter" idx="32" hasCustomPrompt="1"/>
          </p:nvPr>
        </p:nvSpPr>
        <p:spPr>
          <a:xfrm>
            <a:off x="811631" y="847988"/>
            <a:ext cx="4336641" cy="2697265"/>
          </a:xfrm>
          <a:custGeom>
            <a:avLst/>
            <a:gdLst>
              <a:gd name="connsiteX0" fmla="*/ 984238 w 6504961"/>
              <a:gd name="connsiteY0" fmla="*/ 3553896 h 4045273"/>
              <a:gd name="connsiteX1" fmla="*/ 1475615 w 6504961"/>
              <a:gd name="connsiteY1" fmla="*/ 3553896 h 4045273"/>
              <a:gd name="connsiteX2" fmla="*/ 1475615 w 6504961"/>
              <a:gd name="connsiteY2" fmla="*/ 4045273 h 4045273"/>
              <a:gd name="connsiteX3" fmla="*/ 984238 w 6504961"/>
              <a:gd name="connsiteY3" fmla="*/ 4045273 h 4045273"/>
              <a:gd name="connsiteX4" fmla="*/ 0 w 6504961"/>
              <a:gd name="connsiteY4" fmla="*/ 3551920 h 4045273"/>
              <a:gd name="connsiteX5" fmla="*/ 491377 w 6504961"/>
              <a:gd name="connsiteY5" fmla="*/ 3551920 h 4045273"/>
              <a:gd name="connsiteX6" fmla="*/ 491377 w 6504961"/>
              <a:gd name="connsiteY6" fmla="*/ 4043297 h 4045273"/>
              <a:gd name="connsiteX7" fmla="*/ 0 w 6504961"/>
              <a:gd name="connsiteY7" fmla="*/ 4043297 h 4045273"/>
              <a:gd name="connsiteX8" fmla="*/ 492861 w 6504961"/>
              <a:gd name="connsiteY8" fmla="*/ 3060543 h 4045273"/>
              <a:gd name="connsiteX9" fmla="*/ 984238 w 6504961"/>
              <a:gd name="connsiteY9" fmla="*/ 3060543 h 4045273"/>
              <a:gd name="connsiteX10" fmla="*/ 984238 w 6504961"/>
              <a:gd name="connsiteY10" fmla="*/ 3551920 h 4045273"/>
              <a:gd name="connsiteX11" fmla="*/ 492861 w 6504961"/>
              <a:gd name="connsiteY11" fmla="*/ 3551920 h 4045273"/>
              <a:gd name="connsiteX12" fmla="*/ 5518702 w 6504961"/>
              <a:gd name="connsiteY12" fmla="*/ 499760 h 4045273"/>
              <a:gd name="connsiteX13" fmla="*/ 6010079 w 6504961"/>
              <a:gd name="connsiteY13" fmla="*/ 499760 h 4045273"/>
              <a:gd name="connsiteX14" fmla="*/ 6010079 w 6504961"/>
              <a:gd name="connsiteY14" fmla="*/ 991137 h 4045273"/>
              <a:gd name="connsiteX15" fmla="*/ 5518702 w 6504961"/>
              <a:gd name="connsiteY15" fmla="*/ 991137 h 4045273"/>
              <a:gd name="connsiteX16" fmla="*/ 1478583 w 6504961"/>
              <a:gd name="connsiteY16" fmla="*/ 495329 h 4045273"/>
              <a:gd name="connsiteX17" fmla="*/ 5027325 w 6504961"/>
              <a:gd name="connsiteY17" fmla="*/ 495329 h 4045273"/>
              <a:gd name="connsiteX18" fmla="*/ 5027325 w 6504961"/>
              <a:gd name="connsiteY18" fmla="*/ 4044071 h 4045273"/>
              <a:gd name="connsiteX19" fmla="*/ 1478583 w 6504961"/>
              <a:gd name="connsiteY19" fmla="*/ 4044071 h 4045273"/>
              <a:gd name="connsiteX20" fmla="*/ 6010079 w 6504961"/>
              <a:gd name="connsiteY20" fmla="*/ 0 h 4045273"/>
              <a:gd name="connsiteX21" fmla="*/ 6504961 w 6504961"/>
              <a:gd name="connsiteY21" fmla="*/ 0 h 4045273"/>
              <a:gd name="connsiteX22" fmla="*/ 6504961 w 6504961"/>
              <a:gd name="connsiteY22" fmla="*/ 494882 h 4045273"/>
              <a:gd name="connsiteX23" fmla="*/ 6010079 w 6504961"/>
              <a:gd name="connsiteY23" fmla="*/ 494882 h 4045273"/>
              <a:gd name="connsiteX24" fmla="*/ 5027325 w 6504961"/>
              <a:gd name="connsiteY24" fmla="*/ 0 h 4045273"/>
              <a:gd name="connsiteX25" fmla="*/ 5518702 w 6504961"/>
              <a:gd name="connsiteY25" fmla="*/ 0 h 4045273"/>
              <a:gd name="connsiteX26" fmla="*/ 5518702 w 6504961"/>
              <a:gd name="connsiteY26" fmla="*/ 491377 h 4045273"/>
              <a:gd name="connsiteX27" fmla="*/ 5027325 w 6504961"/>
              <a:gd name="connsiteY27" fmla="*/ 491377 h 4045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504961" h="4045273">
                <a:moveTo>
                  <a:pt x="984238" y="3553896"/>
                </a:moveTo>
                <a:lnTo>
                  <a:pt x="1475615" y="3553896"/>
                </a:lnTo>
                <a:lnTo>
                  <a:pt x="1475615" y="4045273"/>
                </a:lnTo>
                <a:lnTo>
                  <a:pt x="984238" y="4045273"/>
                </a:lnTo>
                <a:close/>
                <a:moveTo>
                  <a:pt x="0" y="3551920"/>
                </a:moveTo>
                <a:lnTo>
                  <a:pt x="491377" y="3551920"/>
                </a:lnTo>
                <a:lnTo>
                  <a:pt x="491377" y="4043297"/>
                </a:lnTo>
                <a:lnTo>
                  <a:pt x="0" y="4043297"/>
                </a:lnTo>
                <a:close/>
                <a:moveTo>
                  <a:pt x="492861" y="3060543"/>
                </a:moveTo>
                <a:lnTo>
                  <a:pt x="984238" y="3060543"/>
                </a:lnTo>
                <a:lnTo>
                  <a:pt x="984238" y="3551920"/>
                </a:lnTo>
                <a:lnTo>
                  <a:pt x="492861" y="3551920"/>
                </a:lnTo>
                <a:close/>
                <a:moveTo>
                  <a:pt x="5518702" y="499760"/>
                </a:moveTo>
                <a:lnTo>
                  <a:pt x="6010079" y="499760"/>
                </a:lnTo>
                <a:lnTo>
                  <a:pt x="6010079" y="991137"/>
                </a:lnTo>
                <a:lnTo>
                  <a:pt x="5518702" y="991137"/>
                </a:lnTo>
                <a:close/>
                <a:moveTo>
                  <a:pt x="1478583" y="495329"/>
                </a:moveTo>
                <a:lnTo>
                  <a:pt x="5027325" y="495329"/>
                </a:lnTo>
                <a:lnTo>
                  <a:pt x="5027325" y="4044071"/>
                </a:lnTo>
                <a:lnTo>
                  <a:pt x="1478583" y="4044071"/>
                </a:lnTo>
                <a:close/>
                <a:moveTo>
                  <a:pt x="6010079" y="0"/>
                </a:moveTo>
                <a:lnTo>
                  <a:pt x="6504961" y="0"/>
                </a:lnTo>
                <a:lnTo>
                  <a:pt x="6504961" y="494882"/>
                </a:lnTo>
                <a:lnTo>
                  <a:pt x="6010079" y="494882"/>
                </a:lnTo>
                <a:close/>
                <a:moveTo>
                  <a:pt x="5027325" y="0"/>
                </a:moveTo>
                <a:lnTo>
                  <a:pt x="5518702" y="0"/>
                </a:lnTo>
                <a:lnTo>
                  <a:pt x="5518702" y="491377"/>
                </a:lnTo>
                <a:lnTo>
                  <a:pt x="5027325" y="49137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333"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Insert an image</a:t>
            </a:r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4327401" y="1441975"/>
            <a:ext cx="6141253" cy="812925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36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9" name="テキスト プレースホルダー 12"/>
          <p:cNvSpPr>
            <a:spLocks noGrp="1"/>
          </p:cNvSpPr>
          <p:nvPr>
            <p:ph type="body" sz="quarter" idx="14" hasCustomPrompt="1"/>
          </p:nvPr>
        </p:nvSpPr>
        <p:spPr>
          <a:xfrm>
            <a:off x="4337077" y="2406417"/>
            <a:ext cx="6141253" cy="893674"/>
          </a:xfrm>
        </p:spPr>
        <p:txBody>
          <a:bodyPr anchor="t">
            <a:noAutofit/>
          </a:bodyPr>
          <a:lstStyle>
            <a:lvl1pPr algn="l">
              <a:lnSpc>
                <a:spcPct val="13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10" name="テキスト プレースホルダー 12"/>
          <p:cNvSpPr>
            <a:spLocks noGrp="1"/>
          </p:cNvSpPr>
          <p:nvPr>
            <p:ph type="body" sz="quarter" idx="15" hasCustomPrompt="1"/>
          </p:nvPr>
        </p:nvSpPr>
        <p:spPr>
          <a:xfrm>
            <a:off x="1797353" y="3696875"/>
            <a:ext cx="8680977" cy="1011467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11" name="円/楕円 4"/>
          <p:cNvSpPr/>
          <p:nvPr userDrawn="1"/>
        </p:nvSpPr>
        <p:spPr>
          <a:xfrm>
            <a:off x="713620" y="4879972"/>
            <a:ext cx="757677" cy="758880"/>
          </a:xfrm>
          <a:prstGeom prst="rect">
            <a:avLst/>
          </a:prstGeom>
          <a:solidFill>
            <a:schemeClr val="accent2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2" name="図プレースホルダー 25"/>
          <p:cNvSpPr>
            <a:spLocks noGrp="1"/>
          </p:cNvSpPr>
          <p:nvPr>
            <p:ph type="pic" sz="quarter" idx="16" hasCustomPrompt="1"/>
          </p:nvPr>
        </p:nvSpPr>
        <p:spPr>
          <a:xfrm>
            <a:off x="882457" y="5049379"/>
            <a:ext cx="420000" cy="420065"/>
          </a:xfrm>
        </p:spPr>
        <p:txBody>
          <a:bodyPr>
            <a:normAutofit/>
          </a:bodyPr>
          <a:lstStyle>
            <a:lvl1pPr>
              <a:defRPr sz="933"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Icon</a:t>
            </a:r>
            <a:endParaRPr kumimoji="1" lang="ja-JP" altLang="en-US"/>
          </a:p>
        </p:txBody>
      </p:sp>
      <p:sp>
        <p:nvSpPr>
          <p:cNvPr id="13" name="テキスト プレースホルダー 12"/>
          <p:cNvSpPr>
            <a:spLocks noGrp="1"/>
          </p:cNvSpPr>
          <p:nvPr>
            <p:ph type="body" sz="quarter" idx="17" hasCustomPrompt="1"/>
          </p:nvPr>
        </p:nvSpPr>
        <p:spPr>
          <a:xfrm>
            <a:off x="1566521" y="5266915"/>
            <a:ext cx="2665603" cy="375285"/>
          </a:xfrm>
        </p:spPr>
        <p:txBody>
          <a:bodyPr>
            <a:normAutofit/>
          </a:bodyPr>
          <a:lstStyle>
            <a:lvl1pPr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14" name="テキスト プレースホルダー 12"/>
          <p:cNvSpPr>
            <a:spLocks noGrp="1"/>
          </p:cNvSpPr>
          <p:nvPr>
            <p:ph type="body" sz="quarter" idx="18" hasCustomPrompt="1"/>
          </p:nvPr>
        </p:nvSpPr>
        <p:spPr>
          <a:xfrm>
            <a:off x="1566521" y="4877750"/>
            <a:ext cx="2665603" cy="498098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Put a word</a:t>
            </a:r>
            <a:endParaRPr kumimoji="1" lang="ja-JP" altLang="en-US"/>
          </a:p>
        </p:txBody>
      </p:sp>
      <p:sp>
        <p:nvSpPr>
          <p:cNvPr id="15" name="円/楕円 4"/>
          <p:cNvSpPr/>
          <p:nvPr userDrawn="1"/>
        </p:nvSpPr>
        <p:spPr>
          <a:xfrm>
            <a:off x="4345287" y="4879972"/>
            <a:ext cx="757677" cy="758880"/>
          </a:xfrm>
          <a:prstGeom prst="rect">
            <a:avLst/>
          </a:prstGeom>
          <a:solidFill>
            <a:schemeClr val="accent3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6" name="図プレースホルダー 25"/>
          <p:cNvSpPr>
            <a:spLocks noGrp="1"/>
          </p:cNvSpPr>
          <p:nvPr>
            <p:ph type="pic" sz="quarter" idx="19" hasCustomPrompt="1"/>
          </p:nvPr>
        </p:nvSpPr>
        <p:spPr>
          <a:xfrm>
            <a:off x="4514125" y="5049379"/>
            <a:ext cx="420000" cy="420065"/>
          </a:xfrm>
        </p:spPr>
        <p:txBody>
          <a:bodyPr>
            <a:normAutofit/>
          </a:bodyPr>
          <a:lstStyle>
            <a:lvl1pPr>
              <a:defRPr sz="933"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Icon</a:t>
            </a:r>
            <a:endParaRPr kumimoji="1" lang="ja-JP" altLang="en-US"/>
          </a:p>
        </p:txBody>
      </p:sp>
      <p:sp>
        <p:nvSpPr>
          <p:cNvPr id="17" name="テキスト プレースホルダー 12"/>
          <p:cNvSpPr>
            <a:spLocks noGrp="1"/>
          </p:cNvSpPr>
          <p:nvPr>
            <p:ph type="body" sz="quarter" idx="20" hasCustomPrompt="1"/>
          </p:nvPr>
        </p:nvSpPr>
        <p:spPr>
          <a:xfrm>
            <a:off x="5198189" y="5266915"/>
            <a:ext cx="2665603" cy="375285"/>
          </a:xfrm>
        </p:spPr>
        <p:txBody>
          <a:bodyPr>
            <a:normAutofit/>
          </a:bodyPr>
          <a:lstStyle>
            <a:lvl1pPr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18" name="テキスト プレースホルダー 12"/>
          <p:cNvSpPr>
            <a:spLocks noGrp="1"/>
          </p:cNvSpPr>
          <p:nvPr>
            <p:ph type="body" sz="quarter" idx="21" hasCustomPrompt="1"/>
          </p:nvPr>
        </p:nvSpPr>
        <p:spPr>
          <a:xfrm>
            <a:off x="5198189" y="4877750"/>
            <a:ext cx="2665603" cy="498098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Put a word</a:t>
            </a:r>
            <a:endParaRPr kumimoji="1" lang="ja-JP" altLang="en-US"/>
          </a:p>
        </p:txBody>
      </p:sp>
      <p:sp>
        <p:nvSpPr>
          <p:cNvPr id="19" name="円/楕円 4"/>
          <p:cNvSpPr/>
          <p:nvPr userDrawn="1"/>
        </p:nvSpPr>
        <p:spPr>
          <a:xfrm>
            <a:off x="7987438" y="4879972"/>
            <a:ext cx="757677" cy="758880"/>
          </a:xfrm>
          <a:prstGeom prst="rect">
            <a:avLst/>
          </a:prstGeom>
          <a:solidFill>
            <a:schemeClr val="accent5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20" name="図プレースホルダー 25"/>
          <p:cNvSpPr>
            <a:spLocks noGrp="1"/>
          </p:cNvSpPr>
          <p:nvPr>
            <p:ph type="pic" sz="quarter" idx="22" hasCustomPrompt="1"/>
          </p:nvPr>
        </p:nvSpPr>
        <p:spPr>
          <a:xfrm>
            <a:off x="8156275" y="5049379"/>
            <a:ext cx="420000" cy="420065"/>
          </a:xfrm>
        </p:spPr>
        <p:txBody>
          <a:bodyPr>
            <a:normAutofit/>
          </a:bodyPr>
          <a:lstStyle>
            <a:lvl1pPr>
              <a:defRPr sz="933"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Icon</a:t>
            </a:r>
            <a:endParaRPr kumimoji="1" lang="ja-JP" altLang="en-US"/>
          </a:p>
        </p:txBody>
      </p:sp>
      <p:sp>
        <p:nvSpPr>
          <p:cNvPr id="21" name="テキスト プレースホルダー 12"/>
          <p:cNvSpPr>
            <a:spLocks noGrp="1"/>
          </p:cNvSpPr>
          <p:nvPr>
            <p:ph type="body" sz="quarter" idx="23" hasCustomPrompt="1"/>
          </p:nvPr>
        </p:nvSpPr>
        <p:spPr>
          <a:xfrm>
            <a:off x="8840339" y="5266915"/>
            <a:ext cx="2665603" cy="375285"/>
          </a:xfrm>
        </p:spPr>
        <p:txBody>
          <a:bodyPr>
            <a:normAutofit/>
          </a:bodyPr>
          <a:lstStyle>
            <a:lvl1pPr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22" name="テキスト プレースホルダー 12"/>
          <p:cNvSpPr>
            <a:spLocks noGrp="1"/>
          </p:cNvSpPr>
          <p:nvPr>
            <p:ph type="body" sz="quarter" idx="24" hasCustomPrompt="1"/>
          </p:nvPr>
        </p:nvSpPr>
        <p:spPr>
          <a:xfrm>
            <a:off x="8840339" y="4877750"/>
            <a:ext cx="2665603" cy="498098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Put a word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5851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3" decel="100000" fill="hold" grpId="0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65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315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65"/>
                            </p:stCondLst>
                            <p:childTnLst>
                              <p:par>
                                <p:cTn id="2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65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65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565"/>
                            </p:stCondLst>
                            <p:childTnLst>
                              <p:par>
                                <p:cTn id="46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65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565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6065"/>
                            </p:stCondLst>
                            <p:childTnLst>
                              <p:par>
                                <p:cTn id="6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6565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7065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2" grpId="0" animBg="1"/>
      <p:bldP spid="8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2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>
        <p:tmplLst>
          <p:tmpl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iterate type="lt">
                    <p:tmPct val="3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>
        <p:tmplLst>
          <p:tmpl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animBg="1"/>
      <p:bldP spid="12" grpId="0"/>
      <p:bldP spid="1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animBg="1"/>
      <p:bldP spid="16" grpId="0"/>
      <p:bldP spid="17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animBg="1"/>
      <p:bldP spid="20" grpId="0"/>
      <p:bldP spid="2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図プレースホルダー 15"/>
          <p:cNvSpPr>
            <a:spLocks noGrp="1"/>
          </p:cNvSpPr>
          <p:nvPr>
            <p:ph type="pic" sz="quarter" idx="36" hasCustomPrompt="1"/>
          </p:nvPr>
        </p:nvSpPr>
        <p:spPr>
          <a:xfrm>
            <a:off x="0" y="-529"/>
            <a:ext cx="12191761" cy="4725200"/>
          </a:xfrm>
          <a:custGeom>
            <a:avLst/>
            <a:gdLst>
              <a:gd name="connsiteX0" fmla="*/ 0 w 18287642"/>
              <a:gd name="connsiteY0" fmla="*/ 6438707 h 7086707"/>
              <a:gd name="connsiteX1" fmla="*/ 648000 w 18287642"/>
              <a:gd name="connsiteY1" fmla="*/ 6438707 h 7086707"/>
              <a:gd name="connsiteX2" fmla="*/ 648000 w 18287642"/>
              <a:gd name="connsiteY2" fmla="*/ 7086707 h 7086707"/>
              <a:gd name="connsiteX3" fmla="*/ 0 w 18287642"/>
              <a:gd name="connsiteY3" fmla="*/ 7086707 h 7086707"/>
              <a:gd name="connsiteX4" fmla="*/ 648000 w 18287642"/>
              <a:gd name="connsiteY4" fmla="*/ 5790707 h 7086707"/>
              <a:gd name="connsiteX5" fmla="*/ 1296000 w 18287642"/>
              <a:gd name="connsiteY5" fmla="*/ 5790707 h 7086707"/>
              <a:gd name="connsiteX6" fmla="*/ 1296000 w 18287642"/>
              <a:gd name="connsiteY6" fmla="*/ 6438707 h 7086707"/>
              <a:gd name="connsiteX7" fmla="*/ 648000 w 18287642"/>
              <a:gd name="connsiteY7" fmla="*/ 6438707 h 7086707"/>
              <a:gd name="connsiteX8" fmla="*/ 0 w 18287642"/>
              <a:gd name="connsiteY8" fmla="*/ 0 h 7086707"/>
              <a:gd name="connsiteX9" fmla="*/ 18287642 w 18287642"/>
              <a:gd name="connsiteY9" fmla="*/ 0 h 7086707"/>
              <a:gd name="connsiteX10" fmla="*/ 18287642 w 18287642"/>
              <a:gd name="connsiteY10" fmla="*/ 5142707 h 7086707"/>
              <a:gd name="connsiteX11" fmla="*/ 1944000 w 18287642"/>
              <a:gd name="connsiteY11" fmla="*/ 5142707 h 7086707"/>
              <a:gd name="connsiteX12" fmla="*/ 1944000 w 18287642"/>
              <a:gd name="connsiteY12" fmla="*/ 5790707 h 7086707"/>
              <a:gd name="connsiteX13" fmla="*/ 1296000 w 18287642"/>
              <a:gd name="connsiteY13" fmla="*/ 5790707 h 7086707"/>
              <a:gd name="connsiteX14" fmla="*/ 1296000 w 18287642"/>
              <a:gd name="connsiteY14" fmla="*/ 5142707 h 7086707"/>
              <a:gd name="connsiteX15" fmla="*/ 648000 w 18287642"/>
              <a:gd name="connsiteY15" fmla="*/ 5142707 h 7086707"/>
              <a:gd name="connsiteX16" fmla="*/ 648000 w 18287642"/>
              <a:gd name="connsiteY16" fmla="*/ 5790707 h 7086707"/>
              <a:gd name="connsiteX17" fmla="*/ 0 w 18287642"/>
              <a:gd name="connsiteY17" fmla="*/ 5790707 h 7086707"/>
              <a:gd name="connsiteX18" fmla="*/ 0 w 18287642"/>
              <a:gd name="connsiteY18" fmla="*/ 5142707 h 7086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8287642" h="7086707">
                <a:moveTo>
                  <a:pt x="0" y="6438707"/>
                </a:moveTo>
                <a:lnTo>
                  <a:pt x="648000" y="6438707"/>
                </a:lnTo>
                <a:lnTo>
                  <a:pt x="648000" y="7086707"/>
                </a:lnTo>
                <a:lnTo>
                  <a:pt x="0" y="7086707"/>
                </a:lnTo>
                <a:close/>
                <a:moveTo>
                  <a:pt x="648000" y="5790707"/>
                </a:moveTo>
                <a:lnTo>
                  <a:pt x="1296000" y="5790707"/>
                </a:lnTo>
                <a:lnTo>
                  <a:pt x="1296000" y="6438707"/>
                </a:lnTo>
                <a:lnTo>
                  <a:pt x="648000" y="6438707"/>
                </a:lnTo>
                <a:close/>
                <a:moveTo>
                  <a:pt x="0" y="0"/>
                </a:moveTo>
                <a:lnTo>
                  <a:pt x="18287642" y="0"/>
                </a:lnTo>
                <a:lnTo>
                  <a:pt x="18287642" y="5142707"/>
                </a:lnTo>
                <a:lnTo>
                  <a:pt x="1944000" y="5142707"/>
                </a:lnTo>
                <a:lnTo>
                  <a:pt x="1944000" y="5790707"/>
                </a:lnTo>
                <a:lnTo>
                  <a:pt x="1296000" y="5790707"/>
                </a:lnTo>
                <a:lnTo>
                  <a:pt x="1296000" y="5142707"/>
                </a:lnTo>
                <a:lnTo>
                  <a:pt x="648000" y="5142707"/>
                </a:lnTo>
                <a:lnTo>
                  <a:pt x="648000" y="5790707"/>
                </a:lnTo>
                <a:lnTo>
                  <a:pt x="0" y="5790707"/>
                </a:lnTo>
                <a:lnTo>
                  <a:pt x="0" y="514270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baseline="0"/>
            </a:lvl1pPr>
          </a:lstStyle>
          <a:p>
            <a:r>
              <a:rPr kumimoji="1" lang="en-US" altLang="ja-JP"/>
              <a:t> </a:t>
            </a:r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図プレースホルダー 5"/>
          <p:cNvSpPr>
            <a:spLocks noGrp="1"/>
          </p:cNvSpPr>
          <p:nvPr>
            <p:ph type="pic" sz="quarter" idx="12" hasCustomPrompt="1"/>
          </p:nvPr>
        </p:nvSpPr>
        <p:spPr>
          <a:xfrm>
            <a:off x="909109" y="0"/>
            <a:ext cx="5003044" cy="6858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/>
              <a:t>Insert an image</a:t>
            </a:r>
            <a:endParaRPr kumimoji="1" lang="ja-JP" altLang="en-US"/>
          </a:p>
        </p:txBody>
      </p:sp>
      <p:sp>
        <p:nvSpPr>
          <p:cNvPr id="23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6040834" y="2082092"/>
            <a:ext cx="5444805" cy="812925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36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25" name="テキスト プレースホルダー 12"/>
          <p:cNvSpPr>
            <a:spLocks noGrp="1"/>
          </p:cNvSpPr>
          <p:nvPr>
            <p:ph type="body" sz="quarter" idx="14" hasCustomPrompt="1"/>
          </p:nvPr>
        </p:nvSpPr>
        <p:spPr>
          <a:xfrm>
            <a:off x="6040834" y="3565470"/>
            <a:ext cx="5444805" cy="1921776"/>
          </a:xfrm>
        </p:spPr>
        <p:txBody>
          <a:bodyPr>
            <a:normAutofit/>
          </a:bodyPr>
          <a:lstStyle>
            <a:lvl1pPr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10" name="テキスト プレースホルダー 12"/>
          <p:cNvSpPr>
            <a:spLocks noGrp="1"/>
          </p:cNvSpPr>
          <p:nvPr>
            <p:ph type="body" sz="quarter" idx="16" hasCustomPrompt="1"/>
          </p:nvPr>
        </p:nvSpPr>
        <p:spPr>
          <a:xfrm>
            <a:off x="6040834" y="2856307"/>
            <a:ext cx="5444805" cy="476184"/>
          </a:xfrm>
        </p:spPr>
        <p:txBody>
          <a:bodyPr anchor="t">
            <a:noAutofit/>
          </a:bodyPr>
          <a:lstStyle>
            <a:lvl1pPr algn="l">
              <a:lnSpc>
                <a:spcPct val="130000"/>
              </a:lnSpc>
              <a:spcBef>
                <a:spcPts val="0"/>
              </a:spcBef>
              <a:defRPr sz="1867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936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8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50"/>
                            </p:stCondLst>
                            <p:childTnLst>
                              <p:par>
                                <p:cTn id="17" presetID="2" presetClass="entr" presetSubtype="3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15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6" grpId="0"/>
      <p:bldP spid="6" grpId="1"/>
      <p:bldP spid="23" grpId="0" build="p">
        <p:tmplLst>
          <p:tmpl lvl="1">
            <p:tnLst>
              <p:par>
                <p:cTn presetID="2" presetClass="entr" presetSubtype="3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>
        <p:tmplLst>
          <p:tmpl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iterate type="lt">
                    <p:tmPct val="3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Image, Heading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7" name="図プレースホルダー 46"/>
          <p:cNvSpPr>
            <a:spLocks noGrp="1"/>
          </p:cNvSpPr>
          <p:nvPr>
            <p:ph type="pic" sz="quarter" idx="21" hasCustomPrompt="1"/>
          </p:nvPr>
        </p:nvSpPr>
        <p:spPr>
          <a:xfrm>
            <a:off x="3626303" y="927795"/>
            <a:ext cx="4939395" cy="2319616"/>
          </a:xfrm>
          <a:custGeom>
            <a:avLst/>
            <a:gdLst>
              <a:gd name="connsiteX0" fmla="*/ 6753718 w 7409092"/>
              <a:gd name="connsiteY0" fmla="*/ 2823513 h 3478887"/>
              <a:gd name="connsiteX1" fmla="*/ 7409092 w 7409092"/>
              <a:gd name="connsiteY1" fmla="*/ 2823513 h 3478887"/>
              <a:gd name="connsiteX2" fmla="*/ 7409092 w 7409092"/>
              <a:gd name="connsiteY2" fmla="*/ 3478887 h 3478887"/>
              <a:gd name="connsiteX3" fmla="*/ 6753718 w 7409092"/>
              <a:gd name="connsiteY3" fmla="*/ 3478887 h 3478887"/>
              <a:gd name="connsiteX4" fmla="*/ 6098344 w 7409092"/>
              <a:gd name="connsiteY4" fmla="*/ 2145252 h 3478887"/>
              <a:gd name="connsiteX5" fmla="*/ 6753718 w 7409092"/>
              <a:gd name="connsiteY5" fmla="*/ 2145252 h 3478887"/>
              <a:gd name="connsiteX6" fmla="*/ 6753718 w 7409092"/>
              <a:gd name="connsiteY6" fmla="*/ 2800626 h 3478887"/>
              <a:gd name="connsiteX7" fmla="*/ 6098344 w 7409092"/>
              <a:gd name="connsiteY7" fmla="*/ 2800626 h 3478887"/>
              <a:gd name="connsiteX8" fmla="*/ 655374 w 7409092"/>
              <a:gd name="connsiteY8" fmla="*/ 655374 h 3478887"/>
              <a:gd name="connsiteX9" fmla="*/ 1310748 w 7409092"/>
              <a:gd name="connsiteY9" fmla="*/ 655374 h 3478887"/>
              <a:gd name="connsiteX10" fmla="*/ 1310748 w 7409092"/>
              <a:gd name="connsiteY10" fmla="*/ 1310748 h 3478887"/>
              <a:gd name="connsiteX11" fmla="*/ 655374 w 7409092"/>
              <a:gd name="connsiteY11" fmla="*/ 1310748 h 3478887"/>
              <a:gd name="connsiteX12" fmla="*/ 1310748 w 7409092"/>
              <a:gd name="connsiteY12" fmla="*/ 0 h 3478887"/>
              <a:gd name="connsiteX13" fmla="*/ 1966122 w 7409092"/>
              <a:gd name="connsiteY13" fmla="*/ 0 h 3478887"/>
              <a:gd name="connsiteX14" fmla="*/ 5422122 w 7409092"/>
              <a:gd name="connsiteY14" fmla="*/ 0 h 3478887"/>
              <a:gd name="connsiteX15" fmla="*/ 5422122 w 7409092"/>
              <a:gd name="connsiteY15" fmla="*/ 1481843 h 3478887"/>
              <a:gd name="connsiteX16" fmla="*/ 6077496 w 7409092"/>
              <a:gd name="connsiteY16" fmla="*/ 1481843 h 3478887"/>
              <a:gd name="connsiteX17" fmla="*/ 6077496 w 7409092"/>
              <a:gd name="connsiteY17" fmla="*/ 2137217 h 3478887"/>
              <a:gd name="connsiteX18" fmla="*/ 5422122 w 7409092"/>
              <a:gd name="connsiteY18" fmla="*/ 2137217 h 3478887"/>
              <a:gd name="connsiteX19" fmla="*/ 5422122 w 7409092"/>
              <a:gd name="connsiteY19" fmla="*/ 2800626 h 3478887"/>
              <a:gd name="connsiteX20" fmla="*/ 6077496 w 7409092"/>
              <a:gd name="connsiteY20" fmla="*/ 2800626 h 3478887"/>
              <a:gd name="connsiteX21" fmla="*/ 6077496 w 7409092"/>
              <a:gd name="connsiteY21" fmla="*/ 3456000 h 3478887"/>
              <a:gd name="connsiteX22" fmla="*/ 5422122 w 7409092"/>
              <a:gd name="connsiteY22" fmla="*/ 3456000 h 3478887"/>
              <a:gd name="connsiteX23" fmla="*/ 1966122 w 7409092"/>
              <a:gd name="connsiteY23" fmla="*/ 3456000 h 3478887"/>
              <a:gd name="connsiteX24" fmla="*/ 1966122 w 7409092"/>
              <a:gd name="connsiteY24" fmla="*/ 1966122 h 3478887"/>
              <a:gd name="connsiteX25" fmla="*/ 1310748 w 7409092"/>
              <a:gd name="connsiteY25" fmla="*/ 1966122 h 3478887"/>
              <a:gd name="connsiteX26" fmla="*/ 1310748 w 7409092"/>
              <a:gd name="connsiteY26" fmla="*/ 1310748 h 3478887"/>
              <a:gd name="connsiteX27" fmla="*/ 1966122 w 7409092"/>
              <a:gd name="connsiteY27" fmla="*/ 1310748 h 3478887"/>
              <a:gd name="connsiteX28" fmla="*/ 1966122 w 7409092"/>
              <a:gd name="connsiteY28" fmla="*/ 655374 h 3478887"/>
              <a:gd name="connsiteX29" fmla="*/ 1310748 w 7409092"/>
              <a:gd name="connsiteY29" fmla="*/ 655374 h 3478887"/>
              <a:gd name="connsiteX30" fmla="*/ 0 w 7409092"/>
              <a:gd name="connsiteY30" fmla="*/ 0 h 3478887"/>
              <a:gd name="connsiteX31" fmla="*/ 655374 w 7409092"/>
              <a:gd name="connsiteY31" fmla="*/ 0 h 3478887"/>
              <a:gd name="connsiteX32" fmla="*/ 655374 w 7409092"/>
              <a:gd name="connsiteY32" fmla="*/ 655374 h 3478887"/>
              <a:gd name="connsiteX33" fmla="*/ 0 w 7409092"/>
              <a:gd name="connsiteY33" fmla="*/ 655374 h 3478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7409092" h="3478887">
                <a:moveTo>
                  <a:pt x="6753718" y="2823513"/>
                </a:moveTo>
                <a:lnTo>
                  <a:pt x="7409092" y="2823513"/>
                </a:lnTo>
                <a:lnTo>
                  <a:pt x="7409092" y="3478887"/>
                </a:lnTo>
                <a:lnTo>
                  <a:pt x="6753718" y="3478887"/>
                </a:lnTo>
                <a:close/>
                <a:moveTo>
                  <a:pt x="6098344" y="2145252"/>
                </a:moveTo>
                <a:lnTo>
                  <a:pt x="6753718" y="2145252"/>
                </a:lnTo>
                <a:lnTo>
                  <a:pt x="6753718" y="2800626"/>
                </a:lnTo>
                <a:lnTo>
                  <a:pt x="6098344" y="2800626"/>
                </a:lnTo>
                <a:close/>
                <a:moveTo>
                  <a:pt x="655374" y="655374"/>
                </a:moveTo>
                <a:lnTo>
                  <a:pt x="1310748" y="655374"/>
                </a:lnTo>
                <a:lnTo>
                  <a:pt x="1310748" y="1310748"/>
                </a:lnTo>
                <a:lnTo>
                  <a:pt x="655374" y="1310748"/>
                </a:lnTo>
                <a:close/>
                <a:moveTo>
                  <a:pt x="1310748" y="0"/>
                </a:moveTo>
                <a:lnTo>
                  <a:pt x="1966122" y="0"/>
                </a:lnTo>
                <a:lnTo>
                  <a:pt x="5422122" y="0"/>
                </a:lnTo>
                <a:lnTo>
                  <a:pt x="5422122" y="1481843"/>
                </a:lnTo>
                <a:lnTo>
                  <a:pt x="6077496" y="1481843"/>
                </a:lnTo>
                <a:lnTo>
                  <a:pt x="6077496" y="2137217"/>
                </a:lnTo>
                <a:lnTo>
                  <a:pt x="5422122" y="2137217"/>
                </a:lnTo>
                <a:lnTo>
                  <a:pt x="5422122" y="2800626"/>
                </a:lnTo>
                <a:lnTo>
                  <a:pt x="6077496" y="2800626"/>
                </a:lnTo>
                <a:lnTo>
                  <a:pt x="6077496" y="3456000"/>
                </a:lnTo>
                <a:lnTo>
                  <a:pt x="5422122" y="3456000"/>
                </a:lnTo>
                <a:lnTo>
                  <a:pt x="1966122" y="3456000"/>
                </a:lnTo>
                <a:lnTo>
                  <a:pt x="1966122" y="1966122"/>
                </a:lnTo>
                <a:lnTo>
                  <a:pt x="1310748" y="1966122"/>
                </a:lnTo>
                <a:lnTo>
                  <a:pt x="1310748" y="1310748"/>
                </a:lnTo>
                <a:lnTo>
                  <a:pt x="1966122" y="1310748"/>
                </a:lnTo>
                <a:lnTo>
                  <a:pt x="1966122" y="655374"/>
                </a:lnTo>
                <a:lnTo>
                  <a:pt x="1310748" y="655374"/>
                </a:lnTo>
                <a:close/>
                <a:moveTo>
                  <a:pt x="0" y="0"/>
                </a:moveTo>
                <a:lnTo>
                  <a:pt x="655374" y="0"/>
                </a:lnTo>
                <a:lnTo>
                  <a:pt x="655374" y="655374"/>
                </a:lnTo>
                <a:lnTo>
                  <a:pt x="0" y="65537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57150">
            <a:noFill/>
          </a:ln>
          <a:effectLst/>
        </p:spPr>
        <p:txBody>
          <a:bodyPr wrap="square">
            <a:noAutofit/>
          </a:bodyPr>
          <a:lstStyle/>
          <a:p>
            <a:r>
              <a:rPr kumimoji="1" lang="en-US" altLang="ja-JP"/>
              <a:t> </a:t>
            </a:r>
            <a:endParaRPr kumimoji="1" lang="ja-JP" altLang="en-US"/>
          </a:p>
        </p:txBody>
      </p:sp>
      <p:sp>
        <p:nvSpPr>
          <p:cNvPr id="48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1905064" y="3500556"/>
            <a:ext cx="8381872" cy="461162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49" name="テキスト プレースホルダー 12"/>
          <p:cNvSpPr>
            <a:spLocks noGrp="1"/>
          </p:cNvSpPr>
          <p:nvPr>
            <p:ph type="body" sz="quarter" idx="14" hasCustomPrompt="1"/>
          </p:nvPr>
        </p:nvSpPr>
        <p:spPr>
          <a:xfrm>
            <a:off x="1905064" y="3973539"/>
            <a:ext cx="8381872" cy="490156"/>
          </a:xfrm>
        </p:spPr>
        <p:txBody>
          <a:bodyPr anchor="t">
            <a:noAutofit/>
          </a:bodyPr>
          <a:lstStyle>
            <a:lvl1pPr algn="ctr">
              <a:lnSpc>
                <a:spcPct val="130000"/>
              </a:lnSpc>
              <a:spcBef>
                <a:spcPts val="0"/>
              </a:spcBef>
              <a:defRPr sz="16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50" name="正方形/長方形 49"/>
          <p:cNvSpPr/>
          <p:nvPr userDrawn="1"/>
        </p:nvSpPr>
        <p:spPr>
          <a:xfrm>
            <a:off x="5872123" y="4507945"/>
            <a:ext cx="432048" cy="480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51" name="正方形/長方形 50"/>
          <p:cNvSpPr/>
          <p:nvPr userDrawn="1"/>
        </p:nvSpPr>
        <p:spPr>
          <a:xfrm>
            <a:off x="5441663" y="4507945"/>
            <a:ext cx="432048" cy="480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52" name="正方形/長方形 51"/>
          <p:cNvSpPr/>
          <p:nvPr userDrawn="1"/>
        </p:nvSpPr>
        <p:spPr>
          <a:xfrm>
            <a:off x="6303368" y="4507945"/>
            <a:ext cx="432048" cy="4801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53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2295624" y="4700303"/>
            <a:ext cx="7600752" cy="1312394"/>
          </a:xfrm>
        </p:spPr>
        <p:txBody>
          <a:bodyPr>
            <a:normAutofit/>
          </a:bodyPr>
          <a:lstStyle>
            <a:lvl1pPr algn="ctr">
              <a:spcBef>
                <a:spcPts val="0"/>
              </a:spcBef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3248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5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815"/>
                            </p:stCondLst>
                            <p:childTnLst>
                              <p:par>
                                <p:cTn id="17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15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4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>
        <p:tmplLst>
          <p:tmpl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iterate type="lt">
                    <p:tmPct val="3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animBg="1"/>
      <p:bldP spid="51" grpId="0" animBg="1"/>
      <p:bldP spid="52" grpId="0" animBg="1"/>
      <p:bldP spid="53" grpId="0">
        <p:tmplLst>
          <p:tmpl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Image &amp; 3 Icons, Headings,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図プレースホルダー 76"/>
          <p:cNvSpPr>
            <a:spLocks noGrp="1"/>
          </p:cNvSpPr>
          <p:nvPr>
            <p:ph type="pic" sz="quarter" idx="34" hasCustomPrompt="1"/>
          </p:nvPr>
        </p:nvSpPr>
        <p:spPr>
          <a:xfrm>
            <a:off x="-1" y="0"/>
            <a:ext cx="12192001" cy="4724671"/>
          </a:xfrm>
          <a:custGeom>
            <a:avLst/>
            <a:gdLst>
              <a:gd name="connsiteX0" fmla="*/ 0 w 18288002"/>
              <a:gd name="connsiteY0" fmla="*/ 6437913 h 7085913"/>
              <a:gd name="connsiteX1" fmla="*/ 648000 w 18288002"/>
              <a:gd name="connsiteY1" fmla="*/ 6437913 h 7085913"/>
              <a:gd name="connsiteX2" fmla="*/ 648000 w 18288002"/>
              <a:gd name="connsiteY2" fmla="*/ 7085913 h 7085913"/>
              <a:gd name="connsiteX3" fmla="*/ 0 w 18288002"/>
              <a:gd name="connsiteY3" fmla="*/ 7085913 h 7085913"/>
              <a:gd name="connsiteX4" fmla="*/ 3 w 18288002"/>
              <a:gd name="connsiteY4" fmla="*/ 0 h 7085913"/>
              <a:gd name="connsiteX5" fmla="*/ 18288002 w 18288002"/>
              <a:gd name="connsiteY5" fmla="*/ 0 h 7085913"/>
              <a:gd name="connsiteX6" fmla="*/ 18288002 w 18288002"/>
              <a:gd name="connsiteY6" fmla="*/ 5141913 h 7085913"/>
              <a:gd name="connsiteX7" fmla="*/ 1944001 w 18288002"/>
              <a:gd name="connsiteY7" fmla="*/ 5141913 h 7085913"/>
              <a:gd name="connsiteX8" fmla="*/ 1944001 w 18288002"/>
              <a:gd name="connsiteY8" fmla="*/ 5789913 h 7085913"/>
              <a:gd name="connsiteX9" fmla="*/ 1296001 w 18288002"/>
              <a:gd name="connsiteY9" fmla="*/ 5789913 h 7085913"/>
              <a:gd name="connsiteX10" fmla="*/ 1296001 w 18288002"/>
              <a:gd name="connsiteY10" fmla="*/ 5141913 h 7085913"/>
              <a:gd name="connsiteX11" fmla="*/ 648001 w 18288002"/>
              <a:gd name="connsiteY11" fmla="*/ 5141913 h 7085913"/>
              <a:gd name="connsiteX12" fmla="*/ 648001 w 18288002"/>
              <a:gd name="connsiteY12" fmla="*/ 5789913 h 7085913"/>
              <a:gd name="connsiteX13" fmla="*/ 1296001 w 18288002"/>
              <a:gd name="connsiteY13" fmla="*/ 5789913 h 7085913"/>
              <a:gd name="connsiteX14" fmla="*/ 1296001 w 18288002"/>
              <a:gd name="connsiteY14" fmla="*/ 6437913 h 7085913"/>
              <a:gd name="connsiteX15" fmla="*/ 648001 w 18288002"/>
              <a:gd name="connsiteY15" fmla="*/ 6437913 h 7085913"/>
              <a:gd name="connsiteX16" fmla="*/ 648001 w 18288002"/>
              <a:gd name="connsiteY16" fmla="*/ 5789913 h 7085913"/>
              <a:gd name="connsiteX17" fmla="*/ 1 w 18288002"/>
              <a:gd name="connsiteY17" fmla="*/ 5789913 h 7085913"/>
              <a:gd name="connsiteX18" fmla="*/ 1 w 18288002"/>
              <a:gd name="connsiteY18" fmla="*/ 5141913 h 7085913"/>
              <a:gd name="connsiteX19" fmla="*/ 3 w 18288002"/>
              <a:gd name="connsiteY19" fmla="*/ 5141913 h 7085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8288002" h="7085913">
                <a:moveTo>
                  <a:pt x="0" y="6437913"/>
                </a:moveTo>
                <a:lnTo>
                  <a:pt x="648000" y="6437913"/>
                </a:lnTo>
                <a:lnTo>
                  <a:pt x="648000" y="7085913"/>
                </a:lnTo>
                <a:lnTo>
                  <a:pt x="0" y="7085913"/>
                </a:lnTo>
                <a:close/>
                <a:moveTo>
                  <a:pt x="3" y="0"/>
                </a:moveTo>
                <a:lnTo>
                  <a:pt x="18288002" y="0"/>
                </a:lnTo>
                <a:lnTo>
                  <a:pt x="18288002" y="5141913"/>
                </a:lnTo>
                <a:lnTo>
                  <a:pt x="1944001" y="5141913"/>
                </a:lnTo>
                <a:lnTo>
                  <a:pt x="1944001" y="5789913"/>
                </a:lnTo>
                <a:lnTo>
                  <a:pt x="1296001" y="5789913"/>
                </a:lnTo>
                <a:lnTo>
                  <a:pt x="1296001" y="5141913"/>
                </a:lnTo>
                <a:lnTo>
                  <a:pt x="648001" y="5141913"/>
                </a:lnTo>
                <a:lnTo>
                  <a:pt x="648001" y="5789913"/>
                </a:lnTo>
                <a:lnTo>
                  <a:pt x="1296001" y="5789913"/>
                </a:lnTo>
                <a:lnTo>
                  <a:pt x="1296001" y="6437913"/>
                </a:lnTo>
                <a:lnTo>
                  <a:pt x="648001" y="6437913"/>
                </a:lnTo>
                <a:lnTo>
                  <a:pt x="648001" y="5789913"/>
                </a:lnTo>
                <a:lnTo>
                  <a:pt x="1" y="5789913"/>
                </a:lnTo>
                <a:lnTo>
                  <a:pt x="1" y="5141913"/>
                </a:lnTo>
                <a:lnTo>
                  <a:pt x="3" y="5141913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kumimoji="1" lang="en-US" altLang="ja-JP"/>
              <a:t>Insert an image</a:t>
            </a:r>
            <a:endParaRPr kumimoji="1" lang="ja-JP" altLang="en-US"/>
          </a:p>
        </p:txBody>
      </p:sp>
      <p:sp>
        <p:nvSpPr>
          <p:cNvPr id="61" name="テキスト プレースホルダー 60"/>
          <p:cNvSpPr>
            <a:spLocks noGrp="1"/>
          </p:cNvSpPr>
          <p:nvPr>
            <p:ph type="body" sz="quarter" idx="25" hasCustomPrompt="1"/>
          </p:nvPr>
        </p:nvSpPr>
        <p:spPr>
          <a:xfrm>
            <a:off x="2127918" y="3049529"/>
            <a:ext cx="758400" cy="758517"/>
          </a:xfrm>
          <a:solidFill>
            <a:schemeClr val="accent1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txBody>
          <a:bodyPr/>
          <a:lstStyle/>
          <a:p>
            <a:pPr lvl="0"/>
            <a:r>
              <a:rPr kumimoji="1" lang="en-US" altLang="ja-JP"/>
              <a:t> </a:t>
            </a:r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1" name="図プレースホルダー 25"/>
          <p:cNvSpPr>
            <a:spLocks noGrp="1"/>
          </p:cNvSpPr>
          <p:nvPr>
            <p:ph type="pic" sz="quarter" idx="16" hasCustomPrompt="1"/>
          </p:nvPr>
        </p:nvSpPr>
        <p:spPr>
          <a:xfrm>
            <a:off x="2297118" y="3218438"/>
            <a:ext cx="420000" cy="420065"/>
          </a:xfrm>
        </p:spPr>
        <p:txBody>
          <a:bodyPr>
            <a:normAutofit/>
          </a:bodyPr>
          <a:lstStyle>
            <a:lvl1pPr>
              <a:defRPr sz="933"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Icon</a:t>
            </a:r>
            <a:endParaRPr kumimoji="1" lang="ja-JP" altLang="en-US"/>
          </a:p>
        </p:txBody>
      </p:sp>
      <p:sp>
        <p:nvSpPr>
          <p:cNvPr id="42" name="テキスト プレースホルダー 12"/>
          <p:cNvSpPr>
            <a:spLocks noGrp="1"/>
          </p:cNvSpPr>
          <p:nvPr>
            <p:ph type="body" sz="quarter" idx="17" hasCustomPrompt="1"/>
          </p:nvPr>
        </p:nvSpPr>
        <p:spPr>
          <a:xfrm>
            <a:off x="975637" y="4548157"/>
            <a:ext cx="3062963" cy="1409731"/>
          </a:xfrm>
        </p:spPr>
        <p:txBody>
          <a:bodyPr>
            <a:normAutofit/>
          </a:bodyPr>
          <a:lstStyle>
            <a:lvl1pPr algn="ctr">
              <a:spcBef>
                <a:spcPts val="0"/>
              </a:spcBef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43" name="テキスト プレースホルダー 12"/>
          <p:cNvSpPr>
            <a:spLocks noGrp="1"/>
          </p:cNvSpPr>
          <p:nvPr>
            <p:ph type="body" sz="quarter" idx="18" hasCustomPrompt="1"/>
          </p:nvPr>
        </p:nvSpPr>
        <p:spPr>
          <a:xfrm>
            <a:off x="975637" y="3929052"/>
            <a:ext cx="3062963" cy="498098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62" name="テキスト プレースホルダー 60"/>
          <p:cNvSpPr>
            <a:spLocks noGrp="1"/>
          </p:cNvSpPr>
          <p:nvPr>
            <p:ph type="body" sz="quarter" idx="26" hasCustomPrompt="1"/>
          </p:nvPr>
        </p:nvSpPr>
        <p:spPr>
          <a:xfrm>
            <a:off x="5716799" y="3049529"/>
            <a:ext cx="758400" cy="758517"/>
          </a:xfrm>
          <a:solidFill>
            <a:schemeClr val="accent2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txBody>
          <a:bodyPr/>
          <a:lstStyle/>
          <a:p>
            <a:pPr lvl="0"/>
            <a:r>
              <a:rPr kumimoji="1" lang="en-US" altLang="ja-JP"/>
              <a:t> </a:t>
            </a:r>
            <a:endParaRPr kumimoji="1" lang="ja-JP" altLang="en-US"/>
          </a:p>
        </p:txBody>
      </p:sp>
      <p:sp>
        <p:nvSpPr>
          <p:cNvPr id="63" name="図プレースホルダー 25"/>
          <p:cNvSpPr>
            <a:spLocks noGrp="1"/>
          </p:cNvSpPr>
          <p:nvPr>
            <p:ph type="pic" sz="quarter" idx="27" hasCustomPrompt="1"/>
          </p:nvPr>
        </p:nvSpPr>
        <p:spPr>
          <a:xfrm>
            <a:off x="5885999" y="3218438"/>
            <a:ext cx="420000" cy="420065"/>
          </a:xfrm>
        </p:spPr>
        <p:txBody>
          <a:bodyPr>
            <a:normAutofit/>
          </a:bodyPr>
          <a:lstStyle>
            <a:lvl1pPr>
              <a:defRPr sz="933"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Icon</a:t>
            </a:r>
            <a:endParaRPr kumimoji="1" lang="ja-JP" altLang="en-US"/>
          </a:p>
        </p:txBody>
      </p:sp>
      <p:sp>
        <p:nvSpPr>
          <p:cNvPr id="64" name="テキスト プレースホルダー 12"/>
          <p:cNvSpPr>
            <a:spLocks noGrp="1"/>
          </p:cNvSpPr>
          <p:nvPr>
            <p:ph type="body" sz="quarter" idx="28" hasCustomPrompt="1"/>
          </p:nvPr>
        </p:nvSpPr>
        <p:spPr>
          <a:xfrm>
            <a:off x="4564519" y="4548157"/>
            <a:ext cx="3062963" cy="1409731"/>
          </a:xfrm>
        </p:spPr>
        <p:txBody>
          <a:bodyPr>
            <a:normAutofit/>
          </a:bodyPr>
          <a:lstStyle>
            <a:lvl1pPr algn="ctr">
              <a:spcBef>
                <a:spcPts val="0"/>
              </a:spcBef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65" name="テキスト プレースホルダー 12"/>
          <p:cNvSpPr>
            <a:spLocks noGrp="1"/>
          </p:cNvSpPr>
          <p:nvPr>
            <p:ph type="body" sz="quarter" idx="29" hasCustomPrompt="1"/>
          </p:nvPr>
        </p:nvSpPr>
        <p:spPr>
          <a:xfrm>
            <a:off x="4564519" y="3929052"/>
            <a:ext cx="3062963" cy="498098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66" name="テキスト プレースホルダー 60"/>
          <p:cNvSpPr>
            <a:spLocks noGrp="1"/>
          </p:cNvSpPr>
          <p:nvPr>
            <p:ph type="body" sz="quarter" idx="30" hasCustomPrompt="1"/>
          </p:nvPr>
        </p:nvSpPr>
        <p:spPr>
          <a:xfrm>
            <a:off x="9305681" y="3049529"/>
            <a:ext cx="758400" cy="758517"/>
          </a:xfrm>
          <a:solidFill>
            <a:schemeClr val="accent3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txBody>
          <a:bodyPr/>
          <a:lstStyle/>
          <a:p>
            <a:pPr lvl="0"/>
            <a:r>
              <a:rPr kumimoji="1" lang="en-US" altLang="ja-JP"/>
              <a:t> </a:t>
            </a:r>
            <a:endParaRPr kumimoji="1" lang="ja-JP" altLang="en-US"/>
          </a:p>
        </p:txBody>
      </p:sp>
      <p:sp>
        <p:nvSpPr>
          <p:cNvPr id="67" name="図プレースホルダー 25"/>
          <p:cNvSpPr>
            <a:spLocks noGrp="1"/>
          </p:cNvSpPr>
          <p:nvPr>
            <p:ph type="pic" sz="quarter" idx="31" hasCustomPrompt="1"/>
          </p:nvPr>
        </p:nvSpPr>
        <p:spPr>
          <a:xfrm>
            <a:off x="9474881" y="3218438"/>
            <a:ext cx="420000" cy="420065"/>
          </a:xfrm>
        </p:spPr>
        <p:txBody>
          <a:bodyPr>
            <a:normAutofit/>
          </a:bodyPr>
          <a:lstStyle>
            <a:lvl1pPr>
              <a:defRPr sz="933"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Icon</a:t>
            </a:r>
            <a:endParaRPr kumimoji="1" lang="ja-JP" altLang="en-US"/>
          </a:p>
        </p:txBody>
      </p:sp>
      <p:sp>
        <p:nvSpPr>
          <p:cNvPr id="68" name="テキスト プレースホルダー 12"/>
          <p:cNvSpPr>
            <a:spLocks noGrp="1"/>
          </p:cNvSpPr>
          <p:nvPr>
            <p:ph type="body" sz="quarter" idx="32" hasCustomPrompt="1"/>
          </p:nvPr>
        </p:nvSpPr>
        <p:spPr>
          <a:xfrm>
            <a:off x="8153400" y="4548157"/>
            <a:ext cx="3062963" cy="1409731"/>
          </a:xfrm>
        </p:spPr>
        <p:txBody>
          <a:bodyPr>
            <a:normAutofit/>
          </a:bodyPr>
          <a:lstStyle>
            <a:lvl1pPr algn="ctr">
              <a:spcBef>
                <a:spcPts val="0"/>
              </a:spcBef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69" name="テキスト プレースホルダー 12"/>
          <p:cNvSpPr>
            <a:spLocks noGrp="1"/>
          </p:cNvSpPr>
          <p:nvPr>
            <p:ph type="body" sz="quarter" idx="33" hasCustomPrompt="1"/>
          </p:nvPr>
        </p:nvSpPr>
        <p:spPr>
          <a:xfrm>
            <a:off x="8153400" y="3929052"/>
            <a:ext cx="3062963" cy="498098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78" name="正方形/長方形 77"/>
          <p:cNvSpPr/>
          <p:nvPr userDrawn="1"/>
        </p:nvSpPr>
        <p:spPr>
          <a:xfrm>
            <a:off x="1900623" y="4439640"/>
            <a:ext cx="1218599" cy="480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79" name="正方形/長方形 78"/>
          <p:cNvSpPr/>
          <p:nvPr userDrawn="1"/>
        </p:nvSpPr>
        <p:spPr>
          <a:xfrm>
            <a:off x="5486701" y="4439640"/>
            <a:ext cx="1218599" cy="480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80" name="正方形/長方形 79"/>
          <p:cNvSpPr/>
          <p:nvPr userDrawn="1"/>
        </p:nvSpPr>
        <p:spPr>
          <a:xfrm>
            <a:off x="9075581" y="4428667"/>
            <a:ext cx="1218599" cy="4801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2776503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75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250"/>
                            </p:stCondLst>
                            <p:childTnLst>
                              <p:par>
                                <p:cTn id="30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000"/>
                            </p:stCondLst>
                            <p:childTnLst>
                              <p:par>
                                <p:cTn id="51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475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25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/>
      <p:bldP spid="61" grpId="0" animBg="1">
        <p:tmplLst>
          <p:tmpl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6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6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1" grpId="0"/>
      <p:bldP spid="42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animBg="1">
        <p:tmplLst>
          <p:tmpl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3" grpId="0"/>
      <p:bldP spid="64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5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6" grpId="0" animBg="1">
        <p:tmplLst>
          <p:tmpl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6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6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7" grpId="0"/>
      <p:bldP spid="68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9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8" grpId="0" animBg="1"/>
      <p:bldP spid="79" grpId="0" animBg="1"/>
      <p:bldP spid="80" grpId="0" animBg="1"/>
    </p:bldLst>
  </p:timing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story - Midd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直線コネクタ 6"/>
          <p:cNvCxnSpPr/>
          <p:nvPr userDrawn="1"/>
        </p:nvCxnSpPr>
        <p:spPr>
          <a:xfrm>
            <a:off x="6096000" y="1"/>
            <a:ext cx="0" cy="1314527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1599972" y="3103875"/>
            <a:ext cx="3072647" cy="986160"/>
          </a:xfrm>
        </p:spPr>
        <p:txBody>
          <a:bodyPr>
            <a:normAutofit/>
          </a:bodyPr>
          <a:lstStyle>
            <a:lvl1pPr algn="r">
              <a:spcBef>
                <a:spcPts val="0"/>
              </a:spcBef>
              <a:defRPr sz="1200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20" name="テキスト プレースホルダー 12"/>
          <p:cNvSpPr>
            <a:spLocks noGrp="1"/>
          </p:cNvSpPr>
          <p:nvPr>
            <p:ph type="body" sz="quarter" idx="14" hasCustomPrompt="1"/>
          </p:nvPr>
        </p:nvSpPr>
        <p:spPr>
          <a:xfrm>
            <a:off x="1599972" y="2476314"/>
            <a:ext cx="3072647" cy="498098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21" name="正方形/長方形 20"/>
          <p:cNvSpPr/>
          <p:nvPr userDrawn="1"/>
        </p:nvSpPr>
        <p:spPr>
          <a:xfrm>
            <a:off x="3393060" y="2954414"/>
            <a:ext cx="1218599" cy="480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 sz="1200"/>
          </a:p>
        </p:txBody>
      </p:sp>
      <p:cxnSp>
        <p:nvCxnSpPr>
          <p:cNvPr id="29" name="直線コネクタ 28"/>
          <p:cNvCxnSpPr>
            <a:stCxn id="27" idx="1"/>
            <a:endCxn id="24" idx="6"/>
          </p:cNvCxnSpPr>
          <p:nvPr userDrawn="1"/>
        </p:nvCxnSpPr>
        <p:spPr>
          <a:xfrm flipH="1">
            <a:off x="6224466" y="1443012"/>
            <a:ext cx="433185" cy="1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円/楕円 4"/>
          <p:cNvSpPr/>
          <p:nvPr userDrawn="1"/>
        </p:nvSpPr>
        <p:spPr>
          <a:xfrm>
            <a:off x="6657652" y="1063572"/>
            <a:ext cx="757677" cy="758880"/>
          </a:xfrm>
          <a:prstGeom prst="rect">
            <a:avLst/>
          </a:prstGeom>
          <a:solidFill>
            <a:schemeClr val="accent4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28" name="テキスト プレースホルダー 12"/>
          <p:cNvSpPr>
            <a:spLocks noGrp="1"/>
          </p:cNvSpPr>
          <p:nvPr>
            <p:ph type="body" sz="quarter" idx="15" hasCustomPrompt="1"/>
          </p:nvPr>
        </p:nvSpPr>
        <p:spPr>
          <a:xfrm>
            <a:off x="6644311" y="1193962"/>
            <a:ext cx="784359" cy="498098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0000</a:t>
            </a:r>
            <a:endParaRPr kumimoji="1" lang="ja-JP" altLang="en-US"/>
          </a:p>
        </p:txBody>
      </p:sp>
      <p:sp>
        <p:nvSpPr>
          <p:cNvPr id="37" name="テキスト プレースホルダー 12"/>
          <p:cNvSpPr>
            <a:spLocks noGrp="1"/>
          </p:cNvSpPr>
          <p:nvPr>
            <p:ph type="body" sz="quarter" idx="16" hasCustomPrompt="1"/>
          </p:nvPr>
        </p:nvSpPr>
        <p:spPr>
          <a:xfrm>
            <a:off x="7516796" y="1821523"/>
            <a:ext cx="3072647" cy="986160"/>
          </a:xfrm>
        </p:spPr>
        <p:txBody>
          <a:bodyPr>
            <a:normAutofit/>
          </a:bodyPr>
          <a:lstStyle>
            <a:lvl1pPr algn="l">
              <a:spcBef>
                <a:spcPts val="0"/>
              </a:spcBef>
              <a:defRPr sz="1200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38" name="テキスト プレースホルダー 12"/>
          <p:cNvSpPr>
            <a:spLocks noGrp="1"/>
          </p:cNvSpPr>
          <p:nvPr>
            <p:ph type="body" sz="quarter" idx="17" hasCustomPrompt="1"/>
          </p:nvPr>
        </p:nvSpPr>
        <p:spPr>
          <a:xfrm>
            <a:off x="7516796" y="1193962"/>
            <a:ext cx="3072647" cy="498098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39" name="正方形/長方形 38"/>
          <p:cNvSpPr/>
          <p:nvPr userDrawn="1"/>
        </p:nvSpPr>
        <p:spPr>
          <a:xfrm>
            <a:off x="7577756" y="1672062"/>
            <a:ext cx="1218599" cy="4801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 sz="1200"/>
          </a:p>
        </p:txBody>
      </p:sp>
      <p:sp>
        <p:nvSpPr>
          <p:cNvPr id="43" name="テキスト プレースホルダー 12"/>
          <p:cNvSpPr>
            <a:spLocks noGrp="1"/>
          </p:cNvSpPr>
          <p:nvPr>
            <p:ph type="body" sz="quarter" idx="19" hasCustomPrompt="1"/>
          </p:nvPr>
        </p:nvSpPr>
        <p:spPr>
          <a:xfrm>
            <a:off x="1599972" y="5655311"/>
            <a:ext cx="3072647" cy="986160"/>
          </a:xfrm>
        </p:spPr>
        <p:txBody>
          <a:bodyPr>
            <a:normAutofit/>
          </a:bodyPr>
          <a:lstStyle>
            <a:lvl1pPr algn="r">
              <a:spcBef>
                <a:spcPts val="0"/>
              </a:spcBef>
              <a:defRPr sz="1200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44" name="テキスト プレースホルダー 12"/>
          <p:cNvSpPr>
            <a:spLocks noGrp="1"/>
          </p:cNvSpPr>
          <p:nvPr>
            <p:ph type="body" sz="quarter" idx="20" hasCustomPrompt="1"/>
          </p:nvPr>
        </p:nvSpPr>
        <p:spPr>
          <a:xfrm>
            <a:off x="1599972" y="5027750"/>
            <a:ext cx="3072647" cy="498098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45" name="正方形/長方形 44"/>
          <p:cNvSpPr/>
          <p:nvPr userDrawn="1"/>
        </p:nvSpPr>
        <p:spPr>
          <a:xfrm>
            <a:off x="3393060" y="5505851"/>
            <a:ext cx="1218599" cy="480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 sz="1200"/>
          </a:p>
        </p:txBody>
      </p:sp>
      <p:cxnSp>
        <p:nvCxnSpPr>
          <p:cNvPr id="10" name="直線コネクタ 9"/>
          <p:cNvCxnSpPr>
            <a:stCxn id="8" idx="2"/>
            <a:endCxn id="13" idx="3"/>
          </p:cNvCxnSpPr>
          <p:nvPr userDrawn="1"/>
        </p:nvCxnSpPr>
        <p:spPr>
          <a:xfrm flipH="1">
            <a:off x="5557230" y="2720633"/>
            <a:ext cx="410305" cy="4731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円/楕円 4"/>
          <p:cNvSpPr/>
          <p:nvPr userDrawn="1"/>
        </p:nvSpPr>
        <p:spPr>
          <a:xfrm>
            <a:off x="4799554" y="2345924"/>
            <a:ext cx="757677" cy="758880"/>
          </a:xfrm>
          <a:prstGeom prst="rect">
            <a:avLst/>
          </a:prstGeom>
          <a:solidFill>
            <a:schemeClr val="accent5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7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4786213" y="2476314"/>
            <a:ext cx="784359" cy="498098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0000</a:t>
            </a:r>
            <a:endParaRPr kumimoji="1" lang="ja-JP" altLang="en-US"/>
          </a:p>
        </p:txBody>
      </p:sp>
      <p:cxnSp>
        <p:nvCxnSpPr>
          <p:cNvPr id="41" name="直線コネクタ 40"/>
          <p:cNvCxnSpPr>
            <a:stCxn id="40" idx="2"/>
            <a:endCxn id="49" idx="3"/>
          </p:cNvCxnSpPr>
          <p:nvPr userDrawn="1"/>
        </p:nvCxnSpPr>
        <p:spPr>
          <a:xfrm flipH="1" flipV="1">
            <a:off x="5557230" y="5275871"/>
            <a:ext cx="410305" cy="1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円/楕円 4"/>
          <p:cNvSpPr/>
          <p:nvPr userDrawn="1"/>
        </p:nvSpPr>
        <p:spPr>
          <a:xfrm>
            <a:off x="4799554" y="4896431"/>
            <a:ext cx="757677" cy="758880"/>
          </a:xfrm>
          <a:prstGeom prst="rect">
            <a:avLst/>
          </a:prstGeom>
          <a:solidFill>
            <a:schemeClr val="accent1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42" name="テキスト プレースホルダー 12"/>
          <p:cNvSpPr>
            <a:spLocks noGrp="1"/>
          </p:cNvSpPr>
          <p:nvPr>
            <p:ph type="body" sz="quarter" idx="18" hasCustomPrompt="1"/>
          </p:nvPr>
        </p:nvSpPr>
        <p:spPr>
          <a:xfrm>
            <a:off x="4786213" y="5027750"/>
            <a:ext cx="784359" cy="498098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0000</a:t>
            </a:r>
            <a:endParaRPr kumimoji="1" lang="ja-JP" altLang="en-US"/>
          </a:p>
        </p:txBody>
      </p:sp>
      <p:cxnSp>
        <p:nvCxnSpPr>
          <p:cNvPr id="50" name="直線コネクタ 49"/>
          <p:cNvCxnSpPr>
            <a:stCxn id="51" idx="1"/>
            <a:endCxn id="57" idx="6"/>
          </p:cNvCxnSpPr>
          <p:nvPr userDrawn="1"/>
        </p:nvCxnSpPr>
        <p:spPr>
          <a:xfrm flipH="1">
            <a:off x="6224466" y="3998075"/>
            <a:ext cx="433185" cy="178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円/楕円 4"/>
          <p:cNvSpPr/>
          <p:nvPr userDrawn="1"/>
        </p:nvSpPr>
        <p:spPr>
          <a:xfrm>
            <a:off x="6657652" y="3618635"/>
            <a:ext cx="757677" cy="758880"/>
          </a:xfrm>
          <a:prstGeom prst="rect">
            <a:avLst/>
          </a:prstGeom>
          <a:solidFill>
            <a:schemeClr val="accent6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52" name="テキスト プレースホルダー 12"/>
          <p:cNvSpPr>
            <a:spLocks noGrp="1"/>
          </p:cNvSpPr>
          <p:nvPr>
            <p:ph type="body" sz="quarter" idx="21" hasCustomPrompt="1"/>
          </p:nvPr>
        </p:nvSpPr>
        <p:spPr>
          <a:xfrm>
            <a:off x="6644311" y="3749025"/>
            <a:ext cx="784359" cy="498098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0000</a:t>
            </a:r>
            <a:endParaRPr kumimoji="1" lang="ja-JP" altLang="en-US"/>
          </a:p>
        </p:txBody>
      </p:sp>
      <p:sp>
        <p:nvSpPr>
          <p:cNvPr id="53" name="テキスト プレースホルダー 12"/>
          <p:cNvSpPr>
            <a:spLocks noGrp="1"/>
          </p:cNvSpPr>
          <p:nvPr>
            <p:ph type="body" sz="quarter" idx="22" hasCustomPrompt="1"/>
          </p:nvPr>
        </p:nvSpPr>
        <p:spPr>
          <a:xfrm>
            <a:off x="7516796" y="4376586"/>
            <a:ext cx="3072647" cy="986160"/>
          </a:xfrm>
        </p:spPr>
        <p:txBody>
          <a:bodyPr>
            <a:normAutofit/>
          </a:bodyPr>
          <a:lstStyle>
            <a:lvl1pPr algn="l">
              <a:spcBef>
                <a:spcPts val="0"/>
              </a:spcBef>
              <a:defRPr sz="1200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55" name="テキスト プレースホルダー 12"/>
          <p:cNvSpPr>
            <a:spLocks noGrp="1"/>
          </p:cNvSpPr>
          <p:nvPr>
            <p:ph type="body" sz="quarter" idx="23" hasCustomPrompt="1"/>
          </p:nvPr>
        </p:nvSpPr>
        <p:spPr>
          <a:xfrm>
            <a:off x="7516796" y="3749025"/>
            <a:ext cx="3072647" cy="498098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56" name="正方形/長方形 55"/>
          <p:cNvSpPr/>
          <p:nvPr userDrawn="1"/>
        </p:nvSpPr>
        <p:spPr>
          <a:xfrm>
            <a:off x="7577756" y="4227125"/>
            <a:ext cx="1218599" cy="4801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 sz="1200"/>
          </a:p>
        </p:txBody>
      </p:sp>
      <p:cxnSp>
        <p:nvCxnSpPr>
          <p:cNvPr id="61" name="直線コネクタ 60"/>
          <p:cNvCxnSpPr/>
          <p:nvPr userDrawn="1"/>
        </p:nvCxnSpPr>
        <p:spPr>
          <a:xfrm>
            <a:off x="6096000" y="1571499"/>
            <a:ext cx="0" cy="1020649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コネクタ 63"/>
          <p:cNvCxnSpPr/>
          <p:nvPr userDrawn="1"/>
        </p:nvCxnSpPr>
        <p:spPr>
          <a:xfrm flipV="1">
            <a:off x="6096000" y="2849118"/>
            <a:ext cx="0" cy="1020649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コネクタ 67"/>
          <p:cNvCxnSpPr/>
          <p:nvPr userDrawn="1"/>
        </p:nvCxnSpPr>
        <p:spPr>
          <a:xfrm>
            <a:off x="6096000" y="4126738"/>
            <a:ext cx="0" cy="1020648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コネクタ 71"/>
          <p:cNvCxnSpPr/>
          <p:nvPr userDrawn="1"/>
        </p:nvCxnSpPr>
        <p:spPr>
          <a:xfrm>
            <a:off x="6096000" y="5404357"/>
            <a:ext cx="0" cy="1453643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楕円 7"/>
          <p:cNvSpPr/>
          <p:nvPr userDrawn="1"/>
        </p:nvSpPr>
        <p:spPr>
          <a:xfrm>
            <a:off x="5967535" y="2592148"/>
            <a:ext cx="256931" cy="256971"/>
          </a:xfrm>
          <a:prstGeom prst="ellipse">
            <a:avLst/>
          </a:prstGeom>
          <a:solidFill>
            <a:schemeClr val="accent5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24" name="楕円 23"/>
          <p:cNvSpPr/>
          <p:nvPr userDrawn="1"/>
        </p:nvSpPr>
        <p:spPr>
          <a:xfrm>
            <a:off x="5967535" y="1314528"/>
            <a:ext cx="256931" cy="256971"/>
          </a:xfrm>
          <a:prstGeom prst="ellipse">
            <a:avLst/>
          </a:prstGeom>
          <a:solidFill>
            <a:schemeClr val="accent4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40" name="楕円 39"/>
          <p:cNvSpPr/>
          <p:nvPr userDrawn="1"/>
        </p:nvSpPr>
        <p:spPr>
          <a:xfrm>
            <a:off x="5967535" y="5147386"/>
            <a:ext cx="256931" cy="256971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57" name="楕円 56"/>
          <p:cNvSpPr/>
          <p:nvPr userDrawn="1"/>
        </p:nvSpPr>
        <p:spPr>
          <a:xfrm>
            <a:off x="5967535" y="3869767"/>
            <a:ext cx="256931" cy="256971"/>
          </a:xfrm>
          <a:prstGeom prst="ellipse">
            <a:avLst/>
          </a:prstGeom>
          <a:solidFill>
            <a:schemeClr val="accent6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1204725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500"/>
                            </p:stCondLst>
                            <p:childTnLst>
                              <p:par>
                                <p:cTn id="52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0"/>
                            </p:stCondLst>
                            <p:childTnLst>
                              <p:par>
                                <p:cTn id="6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5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0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5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70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7500"/>
                            </p:stCondLst>
                            <p:childTnLst>
                              <p:par>
                                <p:cTn id="84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8000"/>
                            </p:stCondLst>
                            <p:childTnLst>
                              <p:par>
                                <p:cTn id="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8500"/>
                            </p:stCondLst>
                            <p:childTnLst>
                              <p:par>
                                <p:cTn id="9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9000"/>
                            </p:stCondLst>
                            <p:childTnLst>
                              <p:par>
                                <p:cTn id="10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9500"/>
                            </p:stCondLst>
                            <p:childTnLst>
                              <p:par>
                                <p:cTn id="10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0000"/>
                            </p:stCondLst>
                            <p:childTnLst>
                              <p:par>
                                <p:cTn id="10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4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0500"/>
                            </p:stCondLst>
                            <p:childTnLst>
                              <p:par>
                                <p:cTn id="11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1000"/>
                            </p:stCondLst>
                            <p:childTnLst>
                              <p:par>
                                <p:cTn id="1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7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1500"/>
                            </p:stCondLst>
                            <p:childTnLst>
                              <p:par>
                                <p:cTn id="1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animBg="1"/>
      <p:bldP spid="27" grpId="0" animBg="1"/>
      <p:bldP spid="28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animBg="1"/>
      <p:bldP spid="43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0" animBg="1"/>
      <p:bldP spid="13" grpId="0" animBg="1"/>
      <p:bldP spid="17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 animBg="1"/>
      <p:bldP spid="42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animBg="1"/>
      <p:bldP spid="5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6" grpId="0" animBg="1"/>
      <p:bldP spid="8" grpId="0" animBg="1"/>
      <p:bldP spid="24" grpId="0" animBg="1"/>
      <p:bldP spid="40" grpId="0" animBg="1"/>
      <p:bldP spid="57" grpId="0" animBg="1"/>
    </p:bldLst>
  </p:timing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story - 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直線コネクタ 6"/>
          <p:cNvCxnSpPr>
            <a:endCxn id="8" idx="0"/>
          </p:cNvCxnSpPr>
          <p:nvPr userDrawn="1"/>
        </p:nvCxnSpPr>
        <p:spPr>
          <a:xfrm>
            <a:off x="6096000" y="0"/>
            <a:ext cx="1" cy="1312393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7516796" y="1819389"/>
            <a:ext cx="3072647" cy="986160"/>
          </a:xfrm>
        </p:spPr>
        <p:txBody>
          <a:bodyPr>
            <a:normAutofit/>
          </a:bodyPr>
          <a:lstStyle>
            <a:lvl1pPr algn="l">
              <a:defRPr sz="1200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20" name="テキスト プレースホルダー 12"/>
          <p:cNvSpPr>
            <a:spLocks noGrp="1"/>
          </p:cNvSpPr>
          <p:nvPr>
            <p:ph type="body" sz="quarter" idx="14" hasCustomPrompt="1"/>
          </p:nvPr>
        </p:nvSpPr>
        <p:spPr>
          <a:xfrm>
            <a:off x="7516796" y="1191829"/>
            <a:ext cx="3072647" cy="498098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21" name="正方形/長方形 20"/>
          <p:cNvSpPr/>
          <p:nvPr userDrawn="1"/>
        </p:nvSpPr>
        <p:spPr>
          <a:xfrm>
            <a:off x="7577756" y="1669929"/>
            <a:ext cx="1218599" cy="480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 sz="1200"/>
          </a:p>
        </p:txBody>
      </p:sp>
      <p:cxnSp>
        <p:nvCxnSpPr>
          <p:cNvPr id="22" name="直線コネクタ 21"/>
          <p:cNvCxnSpPr/>
          <p:nvPr userDrawn="1"/>
        </p:nvCxnSpPr>
        <p:spPr>
          <a:xfrm>
            <a:off x="6096000" y="1569364"/>
            <a:ext cx="0" cy="980975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/>
          <p:cNvCxnSpPr>
            <a:stCxn id="28" idx="3"/>
            <a:endCxn id="24" idx="2"/>
          </p:cNvCxnSpPr>
          <p:nvPr userDrawn="1"/>
        </p:nvCxnSpPr>
        <p:spPr>
          <a:xfrm>
            <a:off x="5566616" y="2721163"/>
            <a:ext cx="400919" cy="2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円/楕円 4"/>
          <p:cNvSpPr/>
          <p:nvPr userDrawn="1"/>
        </p:nvSpPr>
        <p:spPr>
          <a:xfrm>
            <a:off x="4795598" y="2341724"/>
            <a:ext cx="757677" cy="758880"/>
          </a:xfrm>
          <a:prstGeom prst="rect">
            <a:avLst/>
          </a:prstGeom>
          <a:solidFill>
            <a:schemeClr val="accent3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28" name="テキスト プレースホルダー 12"/>
          <p:cNvSpPr>
            <a:spLocks noGrp="1"/>
          </p:cNvSpPr>
          <p:nvPr>
            <p:ph type="body" sz="quarter" idx="15" hasCustomPrompt="1"/>
          </p:nvPr>
        </p:nvSpPr>
        <p:spPr>
          <a:xfrm>
            <a:off x="4782257" y="2472114"/>
            <a:ext cx="784359" cy="498098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0000</a:t>
            </a:r>
            <a:endParaRPr kumimoji="1" lang="ja-JP" altLang="en-US"/>
          </a:p>
        </p:txBody>
      </p:sp>
      <p:sp>
        <p:nvSpPr>
          <p:cNvPr id="37" name="テキスト プレースホルダー 12"/>
          <p:cNvSpPr>
            <a:spLocks noGrp="1"/>
          </p:cNvSpPr>
          <p:nvPr>
            <p:ph type="body" sz="quarter" idx="16" hasCustomPrompt="1"/>
          </p:nvPr>
        </p:nvSpPr>
        <p:spPr>
          <a:xfrm>
            <a:off x="1596059" y="3099675"/>
            <a:ext cx="3072647" cy="986160"/>
          </a:xfrm>
        </p:spPr>
        <p:txBody>
          <a:bodyPr>
            <a:normAutofit/>
          </a:bodyPr>
          <a:lstStyle>
            <a:lvl1pPr algn="r">
              <a:defRPr sz="1200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38" name="テキスト プレースホルダー 12"/>
          <p:cNvSpPr>
            <a:spLocks noGrp="1"/>
          </p:cNvSpPr>
          <p:nvPr>
            <p:ph type="body" sz="quarter" idx="17" hasCustomPrompt="1"/>
          </p:nvPr>
        </p:nvSpPr>
        <p:spPr>
          <a:xfrm>
            <a:off x="1596059" y="2472114"/>
            <a:ext cx="3072647" cy="498098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39" name="正方形/長方形 38"/>
          <p:cNvSpPr/>
          <p:nvPr userDrawn="1"/>
        </p:nvSpPr>
        <p:spPr>
          <a:xfrm>
            <a:off x="3393060" y="2950214"/>
            <a:ext cx="1218599" cy="4801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 sz="1200"/>
          </a:p>
        </p:txBody>
      </p:sp>
      <p:cxnSp>
        <p:nvCxnSpPr>
          <p:cNvPr id="46" name="直線コネクタ 45"/>
          <p:cNvCxnSpPr>
            <a:stCxn id="24" idx="4"/>
            <a:endCxn id="2" idx="0"/>
          </p:cNvCxnSpPr>
          <p:nvPr userDrawn="1"/>
        </p:nvCxnSpPr>
        <p:spPr>
          <a:xfrm>
            <a:off x="6096001" y="2849650"/>
            <a:ext cx="0" cy="1161753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/>
          <p:cNvCxnSpPr>
            <a:stCxn id="8" idx="6"/>
            <a:endCxn id="17" idx="1"/>
          </p:cNvCxnSpPr>
          <p:nvPr userDrawn="1"/>
        </p:nvCxnSpPr>
        <p:spPr>
          <a:xfrm flipV="1">
            <a:off x="6224466" y="1440878"/>
            <a:ext cx="419844" cy="1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円/楕円 4"/>
          <p:cNvSpPr/>
          <p:nvPr userDrawn="1"/>
        </p:nvSpPr>
        <p:spPr>
          <a:xfrm>
            <a:off x="6657652" y="1061438"/>
            <a:ext cx="757677" cy="758880"/>
          </a:xfrm>
          <a:prstGeom prst="rect">
            <a:avLst/>
          </a:prstGeom>
          <a:solidFill>
            <a:schemeClr val="accent2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7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6644311" y="1191829"/>
            <a:ext cx="784359" cy="498098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0000</a:t>
            </a:r>
            <a:endParaRPr kumimoji="1" lang="ja-JP" altLang="en-US"/>
          </a:p>
        </p:txBody>
      </p:sp>
      <p:sp>
        <p:nvSpPr>
          <p:cNvPr id="2" name="二等辺三角形 1"/>
          <p:cNvSpPr/>
          <p:nvPr userDrawn="1"/>
        </p:nvSpPr>
        <p:spPr bwMode="auto">
          <a:xfrm>
            <a:off x="5875960" y="4011403"/>
            <a:ext cx="440081" cy="379439"/>
          </a:xfrm>
          <a:prstGeom prst="triangle">
            <a:avLst/>
          </a:prstGeom>
          <a:solidFill>
            <a:schemeClr val="tx2"/>
          </a:solidFill>
          <a:ln w="57150">
            <a:solidFill>
              <a:schemeClr val="bg1"/>
            </a:solidFill>
            <a:prstDash val="solid"/>
            <a:round/>
            <a:headEnd/>
            <a:tailEnd/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txBody>
          <a:bodyPr vert="horz" wrap="square" lIns="60960" tIns="30480" rIns="60960" bIns="3048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kumimoji="1" lang="ja-JP" altLang="en-US" sz="1200"/>
          </a:p>
        </p:txBody>
      </p:sp>
      <p:grpSp>
        <p:nvGrpSpPr>
          <p:cNvPr id="47" name="グループ化 46"/>
          <p:cNvGrpSpPr/>
          <p:nvPr userDrawn="1"/>
        </p:nvGrpSpPr>
        <p:grpSpPr>
          <a:xfrm>
            <a:off x="5460605" y="5119882"/>
            <a:ext cx="1293753" cy="48013"/>
            <a:chOff x="6119664" y="3270498"/>
            <a:chExt cx="1940630" cy="72008"/>
          </a:xfrm>
        </p:grpSpPr>
        <p:sp>
          <p:nvSpPr>
            <p:cNvPr id="48" name="正方形/長方形 47"/>
            <p:cNvSpPr/>
            <p:nvPr userDrawn="1"/>
          </p:nvSpPr>
          <p:spPr>
            <a:xfrm>
              <a:off x="6765355" y="3270498"/>
              <a:ext cx="648072" cy="7200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59" name="正方形/長方形 58"/>
            <p:cNvSpPr/>
            <p:nvPr userDrawn="1"/>
          </p:nvSpPr>
          <p:spPr>
            <a:xfrm>
              <a:off x="6119664" y="3270498"/>
              <a:ext cx="648072" cy="7200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60" name="正方形/長方形 59"/>
            <p:cNvSpPr/>
            <p:nvPr userDrawn="1"/>
          </p:nvSpPr>
          <p:spPr>
            <a:xfrm>
              <a:off x="7412222" y="3270498"/>
              <a:ext cx="648072" cy="7200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</p:grpSp>
      <p:sp>
        <p:nvSpPr>
          <p:cNvPr id="61" name="テキスト プレースホルダー 12"/>
          <p:cNvSpPr>
            <a:spLocks noGrp="1"/>
          </p:cNvSpPr>
          <p:nvPr>
            <p:ph type="body" sz="quarter" idx="18" hasCustomPrompt="1"/>
          </p:nvPr>
        </p:nvSpPr>
        <p:spPr>
          <a:xfrm>
            <a:off x="3258861" y="5307106"/>
            <a:ext cx="5697242" cy="948885"/>
          </a:xfrm>
        </p:spPr>
        <p:txBody>
          <a:bodyPr>
            <a:normAutofit/>
          </a:bodyPr>
          <a:lstStyle>
            <a:lvl1pPr algn="ctr"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62" name="テキスト プレースホルダー 12"/>
          <p:cNvSpPr>
            <a:spLocks noGrp="1"/>
          </p:cNvSpPr>
          <p:nvPr>
            <p:ph type="body" sz="quarter" idx="19" hasCustomPrompt="1"/>
          </p:nvPr>
        </p:nvSpPr>
        <p:spPr>
          <a:xfrm>
            <a:off x="3258861" y="4560360"/>
            <a:ext cx="5697242" cy="498098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68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4038600" y="6389527"/>
            <a:ext cx="4114800" cy="365125"/>
          </a:xfrm>
        </p:spPr>
        <p:txBody>
          <a:bodyPr/>
          <a:lstStyle/>
          <a:p>
            <a:r>
              <a:rPr lang="en-US"/>
              <a:t>The Power of PowerPoint | thepopp.com</a:t>
            </a:r>
          </a:p>
        </p:txBody>
      </p:sp>
      <p:sp>
        <p:nvSpPr>
          <p:cNvPr id="8" name="楕円 7"/>
          <p:cNvSpPr/>
          <p:nvPr userDrawn="1"/>
        </p:nvSpPr>
        <p:spPr>
          <a:xfrm>
            <a:off x="5967535" y="1312393"/>
            <a:ext cx="256931" cy="256971"/>
          </a:xfrm>
          <a:prstGeom prst="ellipse">
            <a:avLst/>
          </a:prstGeom>
          <a:solidFill>
            <a:schemeClr val="accent2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24" name="楕円 23"/>
          <p:cNvSpPr/>
          <p:nvPr userDrawn="1"/>
        </p:nvSpPr>
        <p:spPr>
          <a:xfrm>
            <a:off x="5967535" y="2592680"/>
            <a:ext cx="256931" cy="256971"/>
          </a:xfrm>
          <a:prstGeom prst="ellipse">
            <a:avLst/>
          </a:prstGeom>
          <a:solidFill>
            <a:schemeClr val="accent3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1491011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500"/>
                            </p:stCondLst>
                            <p:childTnLst>
                              <p:par>
                                <p:cTn id="52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0"/>
                            </p:stCondLst>
                            <p:childTnLst>
                              <p:par>
                                <p:cTn id="6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5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000"/>
                            </p:stCondLst>
                            <p:childTnLst>
                              <p:par>
                                <p:cTn id="6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75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75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6750"/>
                            </p:stCondLst>
                            <p:childTnLst>
                              <p:par>
                                <p:cTn id="8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animBg="1"/>
      <p:bldP spid="27" grpId="0" animBg="1"/>
      <p:bldP spid="28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animBg="1"/>
      <p:bldP spid="13" grpId="0" animBg="1"/>
      <p:bldP spid="1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" grpId="0" animBg="1"/>
      <p:bldP spid="61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animBg="1"/>
      <p:bldP spid="24" grpId="0" animBg="1"/>
    </p:bldLst>
  </p:timing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&amp;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正方形/長方形 12"/>
          <p:cNvSpPr/>
          <p:nvPr userDrawn="1"/>
        </p:nvSpPr>
        <p:spPr bwMode="auto">
          <a:xfrm>
            <a:off x="0" y="0"/>
            <a:ext cx="6096000" cy="6858000"/>
          </a:xfrm>
          <a:prstGeom prst="rect">
            <a:avLst/>
          </a:pr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60960" tIns="30480" rIns="60960" bIns="3048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kumimoji="1" lang="ja-JP" altLang="en-US" sz="1200"/>
          </a:p>
        </p:txBody>
      </p:sp>
      <p:sp>
        <p:nvSpPr>
          <p:cNvPr id="14" name="正方形/長方形 13"/>
          <p:cNvSpPr/>
          <p:nvPr userDrawn="1"/>
        </p:nvSpPr>
        <p:spPr bwMode="auto">
          <a:xfrm>
            <a:off x="6096000" y="0"/>
            <a:ext cx="432000" cy="432067"/>
          </a:xfrm>
          <a:prstGeom prst="rect">
            <a:avLst/>
          </a:pr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rot="0" spcFirstLastPara="0" vertOverflow="overflow" horzOverflow="overflow" vert="horz" wrap="square" lIns="60960" tIns="30480" rIns="60960" bIns="304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200"/>
          </a:p>
        </p:txBody>
      </p:sp>
      <p:sp>
        <p:nvSpPr>
          <p:cNvPr id="16" name="正方形/長方形 15"/>
          <p:cNvSpPr/>
          <p:nvPr userDrawn="1"/>
        </p:nvSpPr>
        <p:spPr bwMode="auto">
          <a:xfrm>
            <a:off x="6528000" y="432066"/>
            <a:ext cx="432000" cy="432067"/>
          </a:xfrm>
          <a:prstGeom prst="rect">
            <a:avLst/>
          </a:pr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rot="0" spcFirstLastPara="0" vertOverflow="overflow" horzOverflow="overflow" vert="horz" wrap="square" lIns="60960" tIns="30480" rIns="60960" bIns="304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200"/>
          </a:p>
        </p:txBody>
      </p:sp>
      <p:sp>
        <p:nvSpPr>
          <p:cNvPr id="17" name="正方形/長方形 16"/>
          <p:cNvSpPr/>
          <p:nvPr userDrawn="1"/>
        </p:nvSpPr>
        <p:spPr bwMode="auto">
          <a:xfrm>
            <a:off x="6960000" y="0"/>
            <a:ext cx="432000" cy="432067"/>
          </a:xfrm>
          <a:prstGeom prst="rect">
            <a:avLst/>
          </a:pr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rot="0" spcFirstLastPara="0" vertOverflow="overflow" horzOverflow="overflow" vert="horz" wrap="square" lIns="60960" tIns="30480" rIns="60960" bIns="304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200"/>
          </a:p>
        </p:txBody>
      </p:sp>
      <p:sp>
        <p:nvSpPr>
          <p:cNvPr id="18" name="正方形/長方形 17"/>
          <p:cNvSpPr/>
          <p:nvPr userDrawn="1"/>
        </p:nvSpPr>
        <p:spPr bwMode="auto">
          <a:xfrm>
            <a:off x="6096000" y="864133"/>
            <a:ext cx="432000" cy="432067"/>
          </a:xfrm>
          <a:prstGeom prst="rect">
            <a:avLst/>
          </a:pr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rot="0" spcFirstLastPara="0" vertOverflow="overflow" horzOverflow="overflow" vert="horz" wrap="square" lIns="60960" tIns="30480" rIns="60960" bIns="304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200"/>
          </a:p>
        </p:txBody>
      </p:sp>
      <p:sp>
        <p:nvSpPr>
          <p:cNvPr id="20" name="テキスト プレースホルダー 12"/>
          <p:cNvSpPr>
            <a:spLocks noGrp="1"/>
          </p:cNvSpPr>
          <p:nvPr>
            <p:ph type="body" sz="quarter" idx="19" hasCustomPrompt="1"/>
          </p:nvPr>
        </p:nvSpPr>
        <p:spPr>
          <a:xfrm>
            <a:off x="533220" y="1701533"/>
            <a:ext cx="5029561" cy="345493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6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21" name="テキスト プレースホルダー 12"/>
          <p:cNvSpPr>
            <a:spLocks noGrp="1"/>
          </p:cNvSpPr>
          <p:nvPr>
            <p:ph type="body" sz="quarter" idx="18" hasCustomPrompt="1"/>
          </p:nvPr>
        </p:nvSpPr>
        <p:spPr>
          <a:xfrm>
            <a:off x="6392562" y="1701533"/>
            <a:ext cx="5110325" cy="3454933"/>
          </a:xfrm>
        </p:spPr>
        <p:txBody>
          <a:bodyPr anchor="ctr">
            <a:normAutofit/>
          </a:bodyPr>
          <a:lstStyle>
            <a:lvl1pPr algn="l"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1760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8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8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150"/>
                            </p:stCondLst>
                            <p:childTnLst>
                              <p:par>
                                <p:cTn id="25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35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6" grpId="0" animBg="1"/>
      <p:bldP spid="17" grpId="0" animBg="1"/>
      <p:bldP spid="18" grpId="0" animBg="1"/>
      <p:bldP spid="20" grpId="0">
        <p:tmplLst>
          <p:tmpl>
            <p:tnLst>
              <p:par>
                <p:cTn presetID="2" presetClass="entr" presetSubtype="1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Pho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グループ化 18"/>
          <p:cNvGrpSpPr/>
          <p:nvPr userDrawn="1"/>
        </p:nvGrpSpPr>
        <p:grpSpPr>
          <a:xfrm>
            <a:off x="0" y="0"/>
            <a:ext cx="12191762" cy="4724671"/>
            <a:chOff x="-1" y="0"/>
            <a:chExt cx="18287643" cy="7085913"/>
          </a:xfrm>
        </p:grpSpPr>
        <p:sp>
          <p:nvSpPr>
            <p:cNvPr id="2" name="正方形/長方形 1"/>
            <p:cNvSpPr/>
            <p:nvPr userDrawn="1"/>
          </p:nvSpPr>
          <p:spPr bwMode="auto">
            <a:xfrm>
              <a:off x="-1" y="0"/>
              <a:ext cx="18287643" cy="5141913"/>
            </a:xfrm>
            <a:prstGeom prst="rect">
              <a:avLst/>
            </a:pr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6" name="正方形/長方形 5"/>
            <p:cNvSpPr/>
            <p:nvPr userDrawn="1"/>
          </p:nvSpPr>
          <p:spPr bwMode="auto">
            <a:xfrm>
              <a:off x="0" y="5141913"/>
              <a:ext cx="648000" cy="648000"/>
            </a:xfrm>
            <a:prstGeom prst="rect">
              <a:avLst/>
            </a:pr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6" name="正方形/長方形 15"/>
            <p:cNvSpPr/>
            <p:nvPr userDrawn="1"/>
          </p:nvSpPr>
          <p:spPr bwMode="auto">
            <a:xfrm>
              <a:off x="648000" y="5789913"/>
              <a:ext cx="648000" cy="648000"/>
            </a:xfrm>
            <a:prstGeom prst="rect">
              <a:avLst/>
            </a:pr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7" name="正方形/長方形 16"/>
            <p:cNvSpPr/>
            <p:nvPr userDrawn="1"/>
          </p:nvSpPr>
          <p:spPr bwMode="auto">
            <a:xfrm>
              <a:off x="1296000" y="5141913"/>
              <a:ext cx="648000" cy="648000"/>
            </a:xfrm>
            <a:prstGeom prst="rect">
              <a:avLst/>
            </a:pr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8" name="正方形/長方形 17"/>
            <p:cNvSpPr/>
            <p:nvPr userDrawn="1"/>
          </p:nvSpPr>
          <p:spPr bwMode="auto">
            <a:xfrm>
              <a:off x="-1" y="6437913"/>
              <a:ext cx="648000" cy="648000"/>
            </a:xfrm>
            <a:prstGeom prst="rect">
              <a:avLst/>
            </a:pr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1200"/>
            </a:p>
          </p:txBody>
        </p:sp>
      </p:grp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図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919" y="607516"/>
            <a:ext cx="2761889" cy="5644026"/>
          </a:xfrm>
          <a:prstGeom prst="rect">
            <a:avLst/>
          </a:prstGeom>
          <a:effectLst/>
        </p:spPr>
      </p:pic>
      <p:sp>
        <p:nvSpPr>
          <p:cNvPr id="11" name="図プレースホルダー 2"/>
          <p:cNvSpPr>
            <a:spLocks noGrp="1"/>
          </p:cNvSpPr>
          <p:nvPr>
            <p:ph type="pic" sz="quarter" idx="12" hasCustomPrompt="1"/>
          </p:nvPr>
        </p:nvSpPr>
        <p:spPr>
          <a:xfrm>
            <a:off x="1771802" y="1339149"/>
            <a:ext cx="2350538" cy="4212151"/>
          </a:xfrm>
        </p:spPr>
        <p:txBody>
          <a:bodyPr>
            <a:normAutofit/>
          </a:bodyPr>
          <a:lstStyle>
            <a:lvl1pPr>
              <a:defRPr sz="1333"/>
            </a:lvl1pPr>
          </a:lstStyle>
          <a:p>
            <a:r>
              <a:rPr kumimoji="1" lang="en-US" altLang="ja-JP"/>
              <a:t>Add an image</a:t>
            </a:r>
            <a:endParaRPr kumimoji="1" lang="ja-JP" altLang="en-US"/>
          </a:p>
        </p:txBody>
      </p:sp>
      <p:sp>
        <p:nvSpPr>
          <p:cNvPr id="14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4533691" y="735504"/>
            <a:ext cx="6284291" cy="2566522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36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15" name="テキスト プレースホルダー 12"/>
          <p:cNvSpPr>
            <a:spLocks noGrp="1"/>
          </p:cNvSpPr>
          <p:nvPr>
            <p:ph type="body" sz="quarter" idx="14" hasCustomPrompt="1"/>
          </p:nvPr>
        </p:nvSpPr>
        <p:spPr>
          <a:xfrm>
            <a:off x="4533690" y="3516657"/>
            <a:ext cx="6284291" cy="2034643"/>
          </a:xfrm>
        </p:spPr>
        <p:txBody>
          <a:bodyPr>
            <a:normAutofit/>
          </a:bodyPr>
          <a:lstStyle>
            <a:lvl1pPr marL="228611" indent="-228611" algn="l">
              <a:spcBef>
                <a:spcPts val="800"/>
              </a:spcBef>
              <a:buFont typeface="Wingdings" panose="05000000000000000000" pitchFamily="2" charset="2"/>
              <a:buChar char="n"/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1238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65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Phone &amp; Tab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グループ化 15"/>
          <p:cNvGrpSpPr/>
          <p:nvPr userDrawn="1"/>
        </p:nvGrpSpPr>
        <p:grpSpPr>
          <a:xfrm>
            <a:off x="0" y="0"/>
            <a:ext cx="12191762" cy="4724671"/>
            <a:chOff x="-1" y="0"/>
            <a:chExt cx="18287643" cy="7085913"/>
          </a:xfrm>
          <a:solidFill>
            <a:schemeClr val="accent1"/>
          </a:solidFill>
        </p:grpSpPr>
        <p:sp>
          <p:nvSpPr>
            <p:cNvPr id="12" name="正方形/長方形 11"/>
            <p:cNvSpPr/>
            <p:nvPr userDrawn="1"/>
          </p:nvSpPr>
          <p:spPr bwMode="auto">
            <a:xfrm>
              <a:off x="0" y="5141913"/>
              <a:ext cx="648000" cy="648000"/>
            </a:xfrm>
            <a:prstGeom prst="rect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3" name="正方形/長方形 12"/>
            <p:cNvSpPr/>
            <p:nvPr userDrawn="1"/>
          </p:nvSpPr>
          <p:spPr bwMode="auto">
            <a:xfrm>
              <a:off x="648000" y="5789913"/>
              <a:ext cx="648000" cy="648000"/>
            </a:xfrm>
            <a:prstGeom prst="rect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4" name="正方形/長方形 13"/>
            <p:cNvSpPr/>
            <p:nvPr userDrawn="1"/>
          </p:nvSpPr>
          <p:spPr bwMode="auto">
            <a:xfrm>
              <a:off x="1296000" y="5141913"/>
              <a:ext cx="648000" cy="648000"/>
            </a:xfrm>
            <a:prstGeom prst="rect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5" name="正方形/長方形 14"/>
            <p:cNvSpPr/>
            <p:nvPr userDrawn="1"/>
          </p:nvSpPr>
          <p:spPr bwMode="auto">
            <a:xfrm>
              <a:off x="-1" y="6437913"/>
              <a:ext cx="648000" cy="648000"/>
            </a:xfrm>
            <a:prstGeom prst="rect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9" name="正方形/長方形 8"/>
            <p:cNvSpPr/>
            <p:nvPr userDrawn="1"/>
          </p:nvSpPr>
          <p:spPr bwMode="auto">
            <a:xfrm>
              <a:off x="-1" y="0"/>
              <a:ext cx="18287643" cy="5141913"/>
            </a:xfrm>
            <a:prstGeom prst="rect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1200"/>
            </a:p>
          </p:txBody>
        </p:sp>
      </p:grpSp>
      <p:pic>
        <p:nvPicPr>
          <p:cNvPr id="6" name="図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292" y="2682969"/>
            <a:ext cx="1740709" cy="3557206"/>
          </a:xfrm>
          <a:prstGeom prst="rect">
            <a:avLst/>
          </a:prstGeom>
          <a:effectLst/>
        </p:spPr>
      </p:pic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図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530" y="633416"/>
            <a:ext cx="3922814" cy="5578447"/>
          </a:xfrm>
          <a:prstGeom prst="rect">
            <a:avLst/>
          </a:prstGeom>
        </p:spPr>
      </p:pic>
      <p:sp>
        <p:nvSpPr>
          <p:cNvPr id="7" name="図プレースホルダー 2"/>
          <p:cNvSpPr>
            <a:spLocks noGrp="1"/>
          </p:cNvSpPr>
          <p:nvPr>
            <p:ph type="pic" sz="quarter" idx="12" hasCustomPrompt="1"/>
          </p:nvPr>
        </p:nvSpPr>
        <p:spPr>
          <a:xfrm>
            <a:off x="2627013" y="1158933"/>
            <a:ext cx="3392787" cy="4508561"/>
          </a:xfrm>
        </p:spPr>
        <p:txBody>
          <a:bodyPr>
            <a:normAutofit/>
          </a:bodyPr>
          <a:lstStyle>
            <a:lvl1pPr>
              <a:defRPr sz="1333"/>
            </a:lvl1pPr>
          </a:lstStyle>
          <a:p>
            <a:r>
              <a:rPr kumimoji="1" lang="en-US" altLang="ja-JP"/>
              <a:t>Add an image</a:t>
            </a:r>
            <a:endParaRPr kumimoji="1" lang="ja-JP" altLang="en-US"/>
          </a:p>
        </p:txBody>
      </p:sp>
      <p:sp>
        <p:nvSpPr>
          <p:cNvPr id="8" name="図プレースホルダー 2"/>
          <p:cNvSpPr>
            <a:spLocks noGrp="1"/>
          </p:cNvSpPr>
          <p:nvPr>
            <p:ph type="pic" sz="quarter" idx="13" hasCustomPrompt="1"/>
          </p:nvPr>
        </p:nvSpPr>
        <p:spPr>
          <a:xfrm>
            <a:off x="919970" y="3158554"/>
            <a:ext cx="1440561" cy="2620716"/>
          </a:xfrm>
        </p:spPr>
        <p:txBody>
          <a:bodyPr>
            <a:normAutofit/>
          </a:bodyPr>
          <a:lstStyle>
            <a:lvl1pPr>
              <a:defRPr sz="1333"/>
            </a:lvl1pPr>
          </a:lstStyle>
          <a:p>
            <a:r>
              <a:rPr kumimoji="1" lang="en-US" altLang="ja-JP"/>
              <a:t>Add an image</a:t>
            </a:r>
            <a:endParaRPr kumimoji="1" lang="ja-JP" altLang="en-US"/>
          </a:p>
        </p:txBody>
      </p:sp>
      <p:sp>
        <p:nvSpPr>
          <p:cNvPr id="10" name="テキスト プレースホルダー 12"/>
          <p:cNvSpPr>
            <a:spLocks noGrp="1"/>
          </p:cNvSpPr>
          <p:nvPr>
            <p:ph type="body" sz="quarter" idx="14" hasCustomPrompt="1"/>
          </p:nvPr>
        </p:nvSpPr>
        <p:spPr>
          <a:xfrm>
            <a:off x="6390357" y="735504"/>
            <a:ext cx="5104957" cy="2566522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36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11" name="テキスト プレースホルダー 12"/>
          <p:cNvSpPr>
            <a:spLocks noGrp="1"/>
          </p:cNvSpPr>
          <p:nvPr>
            <p:ph type="body" sz="quarter" idx="15" hasCustomPrompt="1"/>
          </p:nvPr>
        </p:nvSpPr>
        <p:spPr>
          <a:xfrm>
            <a:off x="6390356" y="3516657"/>
            <a:ext cx="5104957" cy="2034643"/>
          </a:xfrm>
        </p:spPr>
        <p:txBody>
          <a:bodyPr>
            <a:normAutofit/>
          </a:bodyPr>
          <a:lstStyle>
            <a:lvl1pPr marL="228611" indent="-228611" algn="l">
              <a:spcBef>
                <a:spcPts val="800"/>
              </a:spcBef>
              <a:buFont typeface="Wingdings" panose="05000000000000000000" pitchFamily="2" charset="2"/>
              <a:buChar char="n"/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0748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" presetClass="entr" presetSubtype="1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15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8" grpId="0"/>
      <p:bldP spid="8" grpId="1"/>
      <p:bldP spid="10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7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b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グループ化 15"/>
          <p:cNvGrpSpPr/>
          <p:nvPr userDrawn="1"/>
        </p:nvGrpSpPr>
        <p:grpSpPr>
          <a:xfrm>
            <a:off x="0" y="0"/>
            <a:ext cx="12191762" cy="4724671"/>
            <a:chOff x="-1" y="0"/>
            <a:chExt cx="18287643" cy="7085913"/>
          </a:xfrm>
          <a:solidFill>
            <a:schemeClr val="accent1"/>
          </a:solidFill>
        </p:grpSpPr>
        <p:sp>
          <p:nvSpPr>
            <p:cNvPr id="12" name="正方形/長方形 11"/>
            <p:cNvSpPr/>
            <p:nvPr userDrawn="1"/>
          </p:nvSpPr>
          <p:spPr bwMode="auto">
            <a:xfrm>
              <a:off x="0" y="5141913"/>
              <a:ext cx="648000" cy="648000"/>
            </a:xfrm>
            <a:prstGeom prst="rect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3" name="正方形/長方形 12"/>
            <p:cNvSpPr/>
            <p:nvPr userDrawn="1"/>
          </p:nvSpPr>
          <p:spPr bwMode="auto">
            <a:xfrm>
              <a:off x="648000" y="5789913"/>
              <a:ext cx="648000" cy="648000"/>
            </a:xfrm>
            <a:prstGeom prst="rect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4" name="正方形/長方形 13"/>
            <p:cNvSpPr/>
            <p:nvPr userDrawn="1"/>
          </p:nvSpPr>
          <p:spPr bwMode="auto">
            <a:xfrm>
              <a:off x="1296000" y="5141913"/>
              <a:ext cx="648000" cy="648000"/>
            </a:xfrm>
            <a:prstGeom prst="rect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5" name="正方形/長方形 14"/>
            <p:cNvSpPr/>
            <p:nvPr userDrawn="1"/>
          </p:nvSpPr>
          <p:spPr bwMode="auto">
            <a:xfrm>
              <a:off x="-1" y="6437913"/>
              <a:ext cx="648000" cy="648000"/>
            </a:xfrm>
            <a:prstGeom prst="rect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9" name="正方形/長方形 8"/>
            <p:cNvSpPr/>
            <p:nvPr userDrawn="1"/>
          </p:nvSpPr>
          <p:spPr bwMode="auto">
            <a:xfrm>
              <a:off x="-1" y="0"/>
              <a:ext cx="18287643" cy="5141913"/>
            </a:xfrm>
            <a:prstGeom prst="rect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1200"/>
            </a:p>
          </p:txBody>
        </p:sp>
      </p:grp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テキスト プレースホルダー 12"/>
          <p:cNvSpPr>
            <a:spLocks noGrp="1"/>
          </p:cNvSpPr>
          <p:nvPr>
            <p:ph type="body" sz="quarter" idx="14" hasCustomPrompt="1"/>
          </p:nvPr>
        </p:nvSpPr>
        <p:spPr>
          <a:xfrm>
            <a:off x="6982287" y="735504"/>
            <a:ext cx="4658171" cy="2566522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36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11" name="テキスト プレースホルダー 12"/>
          <p:cNvSpPr>
            <a:spLocks noGrp="1"/>
          </p:cNvSpPr>
          <p:nvPr>
            <p:ph type="body" sz="quarter" idx="15" hasCustomPrompt="1"/>
          </p:nvPr>
        </p:nvSpPr>
        <p:spPr>
          <a:xfrm>
            <a:off x="6982286" y="3516657"/>
            <a:ext cx="4658171" cy="2034643"/>
          </a:xfrm>
        </p:spPr>
        <p:txBody>
          <a:bodyPr>
            <a:normAutofit/>
          </a:bodyPr>
          <a:lstStyle>
            <a:lvl1pPr marL="228611" indent="-228611" algn="l">
              <a:spcBef>
                <a:spcPts val="800"/>
              </a:spcBef>
              <a:buFont typeface="Wingdings" panose="05000000000000000000" pitchFamily="2" charset="2"/>
              <a:buChar char="n"/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17" name="図プレースホルダー 19"/>
          <p:cNvSpPr>
            <a:spLocks noGrp="1"/>
          </p:cNvSpPr>
          <p:nvPr>
            <p:ph type="pic" sz="quarter" idx="12" hasCustomPrompt="1"/>
          </p:nvPr>
        </p:nvSpPr>
        <p:spPr>
          <a:xfrm>
            <a:off x="704070" y="1867073"/>
            <a:ext cx="6118286" cy="34404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/>
              <a:t>Add an image</a:t>
            </a:r>
            <a:endParaRPr kumimoji="1" lang="ja-JP" altLang="en-US"/>
          </a:p>
        </p:txBody>
      </p:sp>
      <p:grpSp>
        <p:nvGrpSpPr>
          <p:cNvPr id="18" name="グループ化 17"/>
          <p:cNvGrpSpPr/>
          <p:nvPr userDrawn="1"/>
        </p:nvGrpSpPr>
        <p:grpSpPr>
          <a:xfrm>
            <a:off x="704072" y="1519730"/>
            <a:ext cx="6118285" cy="349283"/>
            <a:chOff x="4888773" y="2065794"/>
            <a:chExt cx="8534400" cy="487140"/>
          </a:xfrm>
        </p:grpSpPr>
        <p:sp>
          <p:nvSpPr>
            <p:cNvPr id="19" name="角丸四角形 7"/>
            <p:cNvSpPr/>
            <p:nvPr userDrawn="1"/>
          </p:nvSpPr>
          <p:spPr>
            <a:xfrm>
              <a:off x="4888773" y="2065794"/>
              <a:ext cx="8534400" cy="487140"/>
            </a:xfrm>
            <a:custGeom>
              <a:avLst/>
              <a:gdLst/>
              <a:ahLst/>
              <a:cxnLst/>
              <a:rect l="l" t="t" r="r" b="b"/>
              <a:pathLst>
                <a:path w="8534400" h="487140">
                  <a:moveTo>
                    <a:pt x="148176" y="0"/>
                  </a:moveTo>
                  <a:lnTo>
                    <a:pt x="8386224" y="0"/>
                  </a:lnTo>
                  <a:cubicBezTo>
                    <a:pt x="8468059" y="0"/>
                    <a:pt x="8534400" y="66341"/>
                    <a:pt x="8534400" y="148176"/>
                  </a:cubicBezTo>
                  <a:lnTo>
                    <a:pt x="8534400" y="487140"/>
                  </a:lnTo>
                  <a:lnTo>
                    <a:pt x="0" y="487140"/>
                  </a:lnTo>
                  <a:lnTo>
                    <a:pt x="0" y="148176"/>
                  </a:lnTo>
                  <a:cubicBezTo>
                    <a:pt x="0" y="66341"/>
                    <a:pt x="66341" y="0"/>
                    <a:pt x="148176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20" name="正方形/長方形 19"/>
            <p:cNvSpPr/>
            <p:nvPr userDrawn="1"/>
          </p:nvSpPr>
          <p:spPr>
            <a:xfrm>
              <a:off x="4888773" y="2489434"/>
              <a:ext cx="8534400" cy="635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grpSp>
          <p:nvGrpSpPr>
            <p:cNvPr id="21" name="グループ化 20"/>
            <p:cNvGrpSpPr/>
            <p:nvPr userDrawn="1"/>
          </p:nvGrpSpPr>
          <p:grpSpPr>
            <a:xfrm>
              <a:off x="5071109" y="2204589"/>
              <a:ext cx="542925" cy="142875"/>
              <a:chOff x="2524125" y="1614487"/>
              <a:chExt cx="542925" cy="142875"/>
            </a:xfrm>
          </p:grpSpPr>
          <p:sp>
            <p:nvSpPr>
              <p:cNvPr id="26" name="円/楕円 29"/>
              <p:cNvSpPr/>
              <p:nvPr userDrawn="1"/>
            </p:nvSpPr>
            <p:spPr>
              <a:xfrm>
                <a:off x="2524125" y="1614487"/>
                <a:ext cx="142875" cy="142875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200"/>
              </a:p>
            </p:txBody>
          </p:sp>
          <p:sp>
            <p:nvSpPr>
              <p:cNvPr id="27" name="円/楕円 30"/>
              <p:cNvSpPr/>
              <p:nvPr userDrawn="1"/>
            </p:nvSpPr>
            <p:spPr>
              <a:xfrm>
                <a:off x="2724150" y="1614487"/>
                <a:ext cx="142875" cy="142875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200"/>
              </a:p>
            </p:txBody>
          </p:sp>
          <p:sp>
            <p:nvSpPr>
              <p:cNvPr id="28" name="円/楕円 31"/>
              <p:cNvSpPr/>
              <p:nvPr userDrawn="1"/>
            </p:nvSpPr>
            <p:spPr>
              <a:xfrm>
                <a:off x="2924175" y="1614487"/>
                <a:ext cx="142875" cy="14287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200"/>
              </a:p>
            </p:txBody>
          </p:sp>
        </p:grpSp>
        <p:grpSp>
          <p:nvGrpSpPr>
            <p:cNvPr id="22" name="グループ化 21"/>
            <p:cNvGrpSpPr/>
            <p:nvPr userDrawn="1"/>
          </p:nvGrpSpPr>
          <p:grpSpPr>
            <a:xfrm>
              <a:off x="13043533" y="2180776"/>
              <a:ext cx="200026" cy="190500"/>
              <a:chOff x="7781924" y="1704975"/>
              <a:chExt cx="200026" cy="190500"/>
            </a:xfrm>
            <a:solidFill>
              <a:schemeClr val="tx1">
                <a:lumMod val="50000"/>
                <a:lumOff val="50000"/>
              </a:schemeClr>
            </a:solidFill>
          </p:grpSpPr>
          <p:sp>
            <p:nvSpPr>
              <p:cNvPr id="23" name="正方形/長方形 22"/>
              <p:cNvSpPr/>
              <p:nvPr userDrawn="1"/>
            </p:nvSpPr>
            <p:spPr>
              <a:xfrm>
                <a:off x="7781925" y="1704975"/>
                <a:ext cx="200025" cy="4762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200"/>
              </a:p>
            </p:txBody>
          </p:sp>
          <p:sp>
            <p:nvSpPr>
              <p:cNvPr id="24" name="正方形/長方形 23"/>
              <p:cNvSpPr/>
              <p:nvPr userDrawn="1"/>
            </p:nvSpPr>
            <p:spPr>
              <a:xfrm>
                <a:off x="7781925" y="1776413"/>
                <a:ext cx="200025" cy="4762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200"/>
              </a:p>
            </p:txBody>
          </p:sp>
          <p:sp>
            <p:nvSpPr>
              <p:cNvPr id="25" name="正方形/長方形 24"/>
              <p:cNvSpPr/>
              <p:nvPr userDrawn="1"/>
            </p:nvSpPr>
            <p:spPr>
              <a:xfrm>
                <a:off x="7781924" y="1847850"/>
                <a:ext cx="200025" cy="4762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2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27657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5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50"/>
                            </p:stCondLst>
                            <p:childTnLst>
                              <p:par>
                                <p:cTn id="17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7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animBg="1"/>
      <p:bldP spid="17" grpId="1" animBg="1"/>
    </p:bldLst>
  </p:timing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i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グループ化 15"/>
          <p:cNvGrpSpPr/>
          <p:nvPr userDrawn="1"/>
        </p:nvGrpSpPr>
        <p:grpSpPr>
          <a:xfrm>
            <a:off x="0" y="0"/>
            <a:ext cx="12191762" cy="4724671"/>
            <a:chOff x="-1" y="0"/>
            <a:chExt cx="18287643" cy="7085913"/>
          </a:xfrm>
          <a:solidFill>
            <a:schemeClr val="accent1"/>
          </a:solidFill>
        </p:grpSpPr>
        <p:sp>
          <p:nvSpPr>
            <p:cNvPr id="12" name="正方形/長方形 11"/>
            <p:cNvSpPr/>
            <p:nvPr userDrawn="1"/>
          </p:nvSpPr>
          <p:spPr bwMode="auto">
            <a:xfrm>
              <a:off x="0" y="5141913"/>
              <a:ext cx="648000" cy="648000"/>
            </a:xfrm>
            <a:prstGeom prst="rect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3" name="正方形/長方形 12"/>
            <p:cNvSpPr/>
            <p:nvPr userDrawn="1"/>
          </p:nvSpPr>
          <p:spPr bwMode="auto">
            <a:xfrm>
              <a:off x="648000" y="5789913"/>
              <a:ext cx="648000" cy="648000"/>
            </a:xfrm>
            <a:prstGeom prst="rect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4" name="正方形/長方形 13"/>
            <p:cNvSpPr/>
            <p:nvPr userDrawn="1"/>
          </p:nvSpPr>
          <p:spPr bwMode="auto">
            <a:xfrm>
              <a:off x="1296000" y="5141913"/>
              <a:ext cx="648000" cy="648000"/>
            </a:xfrm>
            <a:prstGeom prst="rect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5" name="正方形/長方形 14"/>
            <p:cNvSpPr/>
            <p:nvPr userDrawn="1"/>
          </p:nvSpPr>
          <p:spPr bwMode="auto">
            <a:xfrm>
              <a:off x="-1" y="6437913"/>
              <a:ext cx="648000" cy="648000"/>
            </a:xfrm>
            <a:prstGeom prst="rect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9" name="正方形/長方形 8"/>
            <p:cNvSpPr/>
            <p:nvPr userDrawn="1"/>
          </p:nvSpPr>
          <p:spPr bwMode="auto">
            <a:xfrm>
              <a:off x="-1" y="0"/>
              <a:ext cx="18287643" cy="5141913"/>
            </a:xfrm>
            <a:prstGeom prst="rect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1200"/>
            </a:p>
          </p:txBody>
        </p:sp>
      </p:grp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0" name="図 2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6097" y="240958"/>
            <a:ext cx="5274412" cy="4273390"/>
          </a:xfrm>
          <a:prstGeom prst="rect">
            <a:avLst/>
          </a:prstGeom>
        </p:spPr>
      </p:pic>
      <p:pic>
        <p:nvPicPr>
          <p:cNvPr id="31" name="図 3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6867" y="882645"/>
            <a:ext cx="2553847" cy="3631704"/>
          </a:xfrm>
          <a:prstGeom prst="rect">
            <a:avLst/>
          </a:prstGeom>
        </p:spPr>
      </p:pic>
      <p:pic>
        <p:nvPicPr>
          <p:cNvPr id="32" name="図 3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1531" y="1736811"/>
            <a:ext cx="1363308" cy="2777538"/>
          </a:xfrm>
          <a:prstGeom prst="rect">
            <a:avLst/>
          </a:prstGeom>
        </p:spPr>
      </p:pic>
      <p:sp>
        <p:nvSpPr>
          <p:cNvPr id="33" name="図プレースホルダー 8"/>
          <p:cNvSpPr>
            <a:spLocks noGrp="1"/>
          </p:cNvSpPr>
          <p:nvPr>
            <p:ph type="pic" sz="quarter" idx="12" hasCustomPrompt="1"/>
          </p:nvPr>
        </p:nvSpPr>
        <p:spPr>
          <a:xfrm>
            <a:off x="2263273" y="2090370"/>
            <a:ext cx="1139825" cy="2070419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/>
              <a:t>Add an image</a:t>
            </a:r>
            <a:endParaRPr kumimoji="1" lang="ja-JP" altLang="en-US"/>
          </a:p>
        </p:txBody>
      </p:sp>
      <p:sp>
        <p:nvSpPr>
          <p:cNvPr id="34" name="図プレースホルダー 8"/>
          <p:cNvSpPr>
            <a:spLocks noGrp="1"/>
          </p:cNvSpPr>
          <p:nvPr>
            <p:ph type="pic" sz="quarter" idx="13" hasCustomPrompt="1"/>
          </p:nvPr>
        </p:nvSpPr>
        <p:spPr>
          <a:xfrm>
            <a:off x="3659875" y="421006"/>
            <a:ext cx="4890543" cy="2704573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/>
              <a:t>Add an image</a:t>
            </a:r>
            <a:endParaRPr kumimoji="1" lang="ja-JP" altLang="en-US"/>
          </a:p>
        </p:txBody>
      </p:sp>
      <p:sp>
        <p:nvSpPr>
          <p:cNvPr id="35" name="図プレースホルダー 8"/>
          <p:cNvSpPr>
            <a:spLocks noGrp="1"/>
          </p:cNvSpPr>
          <p:nvPr>
            <p:ph type="pic" sz="quarter" idx="14" hasCustomPrompt="1"/>
          </p:nvPr>
        </p:nvSpPr>
        <p:spPr>
          <a:xfrm>
            <a:off x="8838313" y="1215156"/>
            <a:ext cx="2209800" cy="2956846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/>
              <a:t>Add an image</a:t>
            </a:r>
            <a:endParaRPr kumimoji="1" lang="ja-JP" altLang="en-US"/>
          </a:p>
        </p:txBody>
      </p:sp>
      <p:grpSp>
        <p:nvGrpSpPr>
          <p:cNvPr id="36" name="グループ化 35"/>
          <p:cNvGrpSpPr/>
          <p:nvPr userDrawn="1"/>
        </p:nvGrpSpPr>
        <p:grpSpPr>
          <a:xfrm>
            <a:off x="5460605" y="5119882"/>
            <a:ext cx="1293753" cy="48013"/>
            <a:chOff x="6119664" y="3270498"/>
            <a:chExt cx="1940630" cy="72008"/>
          </a:xfrm>
        </p:grpSpPr>
        <p:sp>
          <p:nvSpPr>
            <p:cNvPr id="37" name="正方形/長方形 36"/>
            <p:cNvSpPr/>
            <p:nvPr userDrawn="1"/>
          </p:nvSpPr>
          <p:spPr>
            <a:xfrm>
              <a:off x="6765355" y="3270498"/>
              <a:ext cx="648072" cy="7200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38" name="正方形/長方形 37"/>
            <p:cNvSpPr/>
            <p:nvPr userDrawn="1"/>
          </p:nvSpPr>
          <p:spPr>
            <a:xfrm>
              <a:off x="6119664" y="3270498"/>
              <a:ext cx="648072" cy="7200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39" name="正方形/長方形 38"/>
            <p:cNvSpPr/>
            <p:nvPr userDrawn="1"/>
          </p:nvSpPr>
          <p:spPr>
            <a:xfrm>
              <a:off x="7412222" y="3270498"/>
              <a:ext cx="648072" cy="7200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</p:grpSp>
      <p:sp>
        <p:nvSpPr>
          <p:cNvPr id="40" name="テキスト プレースホルダー 12"/>
          <p:cNvSpPr>
            <a:spLocks noGrp="1"/>
          </p:cNvSpPr>
          <p:nvPr>
            <p:ph type="body" sz="quarter" idx="18" hasCustomPrompt="1"/>
          </p:nvPr>
        </p:nvSpPr>
        <p:spPr>
          <a:xfrm>
            <a:off x="3258861" y="5307106"/>
            <a:ext cx="5697242" cy="948885"/>
          </a:xfrm>
        </p:spPr>
        <p:txBody>
          <a:bodyPr>
            <a:normAutofit/>
          </a:bodyPr>
          <a:lstStyle>
            <a:lvl1pPr algn="ctr"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41" name="テキスト プレースホルダー 12"/>
          <p:cNvSpPr>
            <a:spLocks noGrp="1"/>
          </p:cNvSpPr>
          <p:nvPr>
            <p:ph type="body" sz="quarter" idx="19" hasCustomPrompt="1"/>
          </p:nvPr>
        </p:nvSpPr>
        <p:spPr>
          <a:xfrm>
            <a:off x="3258861" y="4560360"/>
            <a:ext cx="5697242" cy="498098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0436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75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35" grpId="0"/>
      <p:bldP spid="40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&amp; 4 O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図プレースホルダー 26"/>
          <p:cNvSpPr>
            <a:spLocks noGrp="1"/>
          </p:cNvSpPr>
          <p:nvPr>
            <p:ph type="pic" sz="quarter" idx="32" hasCustomPrompt="1"/>
          </p:nvPr>
        </p:nvSpPr>
        <p:spPr>
          <a:xfrm>
            <a:off x="0" y="0"/>
            <a:ext cx="6096000" cy="6858000"/>
          </a:xfrm>
        </p:spPr>
        <p:txBody>
          <a:bodyPr/>
          <a:lstStyle>
            <a:lvl1pPr>
              <a:defRPr/>
            </a:lvl1pPr>
          </a:lstStyle>
          <a:p>
            <a:r>
              <a:rPr kumimoji="1" lang="en-US" altLang="ja-JP"/>
              <a:t>Insert an image</a:t>
            </a:r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/>
              <a:t>Slide Title Goes Here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テキスト プレースホルダー 60"/>
          <p:cNvSpPr>
            <a:spLocks noGrp="1"/>
          </p:cNvSpPr>
          <p:nvPr>
            <p:ph type="body" sz="quarter" idx="25" hasCustomPrompt="1"/>
          </p:nvPr>
        </p:nvSpPr>
        <p:spPr>
          <a:xfrm>
            <a:off x="5722431" y="1652645"/>
            <a:ext cx="758400" cy="758517"/>
          </a:xfrm>
          <a:solidFill>
            <a:schemeClr val="accent1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/>
              <a:t> </a:t>
            </a:r>
            <a:endParaRPr kumimoji="1" lang="ja-JP" altLang="en-US"/>
          </a:p>
        </p:txBody>
      </p:sp>
      <p:sp>
        <p:nvSpPr>
          <p:cNvPr id="18" name="テキスト プレースホルダー 12"/>
          <p:cNvSpPr>
            <a:spLocks noGrp="1"/>
          </p:cNvSpPr>
          <p:nvPr>
            <p:ph type="body" sz="quarter" idx="17" hasCustomPrompt="1"/>
          </p:nvPr>
        </p:nvSpPr>
        <p:spPr>
          <a:xfrm>
            <a:off x="6576115" y="1990125"/>
            <a:ext cx="4831131" cy="577411"/>
          </a:xfrm>
        </p:spPr>
        <p:txBody>
          <a:bodyPr>
            <a:normAutofit/>
          </a:bodyPr>
          <a:lstStyle>
            <a:lvl1pPr algn="l">
              <a:lnSpc>
                <a:spcPct val="130000"/>
              </a:lnSpc>
              <a:spcBef>
                <a:spcPts val="0"/>
              </a:spcBef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</a:p>
        </p:txBody>
      </p:sp>
      <p:sp>
        <p:nvSpPr>
          <p:cNvPr id="19" name="テキスト プレースホルダー 12"/>
          <p:cNvSpPr>
            <a:spLocks noGrp="1"/>
          </p:cNvSpPr>
          <p:nvPr>
            <p:ph type="body" sz="quarter" idx="18" hasCustomPrompt="1"/>
          </p:nvPr>
        </p:nvSpPr>
        <p:spPr>
          <a:xfrm>
            <a:off x="6576115" y="1620382"/>
            <a:ext cx="4831131" cy="498098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31" name="テキスト プレースホルダー 60"/>
          <p:cNvSpPr>
            <a:spLocks noGrp="1"/>
          </p:cNvSpPr>
          <p:nvPr>
            <p:ph type="body" sz="quarter" idx="33" hasCustomPrompt="1"/>
          </p:nvPr>
        </p:nvSpPr>
        <p:spPr>
          <a:xfrm>
            <a:off x="5722431" y="2798416"/>
            <a:ext cx="758400" cy="758517"/>
          </a:xfrm>
          <a:solidFill>
            <a:schemeClr val="accent2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txBody>
          <a:bodyPr/>
          <a:lstStyle/>
          <a:p>
            <a:pPr lvl="0"/>
            <a:r>
              <a:rPr kumimoji="1" lang="en-US" altLang="ja-JP"/>
              <a:t> </a:t>
            </a:r>
            <a:endParaRPr kumimoji="1" lang="ja-JP" altLang="en-US"/>
          </a:p>
        </p:txBody>
      </p:sp>
      <p:sp>
        <p:nvSpPr>
          <p:cNvPr id="32" name="テキスト プレースホルダー 12"/>
          <p:cNvSpPr>
            <a:spLocks noGrp="1"/>
          </p:cNvSpPr>
          <p:nvPr>
            <p:ph type="body" sz="quarter" idx="34" hasCustomPrompt="1"/>
          </p:nvPr>
        </p:nvSpPr>
        <p:spPr>
          <a:xfrm>
            <a:off x="6576115" y="3148619"/>
            <a:ext cx="4831131" cy="577411"/>
          </a:xfrm>
        </p:spPr>
        <p:txBody>
          <a:bodyPr>
            <a:normAutofit/>
          </a:bodyPr>
          <a:lstStyle>
            <a:lvl1pPr algn="l">
              <a:lnSpc>
                <a:spcPct val="130000"/>
              </a:lnSpc>
              <a:spcBef>
                <a:spcPts val="0"/>
              </a:spcBef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</a:p>
        </p:txBody>
      </p:sp>
      <p:sp>
        <p:nvSpPr>
          <p:cNvPr id="33" name="テキスト プレースホルダー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76115" y="2778877"/>
            <a:ext cx="4831131" cy="498098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40" name="テキスト プレースホルダー 60"/>
          <p:cNvSpPr>
            <a:spLocks noGrp="1"/>
          </p:cNvSpPr>
          <p:nvPr>
            <p:ph type="body" sz="quarter" idx="36" hasCustomPrompt="1"/>
          </p:nvPr>
        </p:nvSpPr>
        <p:spPr>
          <a:xfrm>
            <a:off x="5722431" y="3924822"/>
            <a:ext cx="758400" cy="758517"/>
          </a:xfrm>
          <a:solidFill>
            <a:schemeClr val="accent3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txBody>
          <a:bodyPr/>
          <a:lstStyle/>
          <a:p>
            <a:pPr lvl="0"/>
            <a:r>
              <a:rPr kumimoji="1" lang="en-US" altLang="ja-JP"/>
              <a:t> </a:t>
            </a:r>
            <a:endParaRPr kumimoji="1" lang="ja-JP" altLang="en-US"/>
          </a:p>
        </p:txBody>
      </p:sp>
      <p:sp>
        <p:nvSpPr>
          <p:cNvPr id="41" name="テキスト プレースホルダー 12"/>
          <p:cNvSpPr>
            <a:spLocks noGrp="1"/>
          </p:cNvSpPr>
          <p:nvPr>
            <p:ph type="body" sz="quarter" idx="37" hasCustomPrompt="1"/>
          </p:nvPr>
        </p:nvSpPr>
        <p:spPr>
          <a:xfrm>
            <a:off x="6576115" y="4275025"/>
            <a:ext cx="4831131" cy="577411"/>
          </a:xfrm>
        </p:spPr>
        <p:txBody>
          <a:bodyPr>
            <a:normAutofit/>
          </a:bodyPr>
          <a:lstStyle>
            <a:lvl1pPr algn="l">
              <a:lnSpc>
                <a:spcPct val="130000"/>
              </a:lnSpc>
              <a:spcBef>
                <a:spcPts val="0"/>
              </a:spcBef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</a:p>
        </p:txBody>
      </p:sp>
      <p:sp>
        <p:nvSpPr>
          <p:cNvPr id="42" name="テキスト プレースホルダー 12"/>
          <p:cNvSpPr>
            <a:spLocks noGrp="1"/>
          </p:cNvSpPr>
          <p:nvPr>
            <p:ph type="body" sz="quarter" idx="38" hasCustomPrompt="1"/>
          </p:nvPr>
        </p:nvSpPr>
        <p:spPr>
          <a:xfrm>
            <a:off x="6576115" y="3905283"/>
            <a:ext cx="4831131" cy="498098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43" name="テキスト プレースホルダー 60"/>
          <p:cNvSpPr>
            <a:spLocks noGrp="1"/>
          </p:cNvSpPr>
          <p:nvPr>
            <p:ph type="body" sz="quarter" idx="39" hasCustomPrompt="1"/>
          </p:nvPr>
        </p:nvSpPr>
        <p:spPr>
          <a:xfrm>
            <a:off x="5722431" y="5051227"/>
            <a:ext cx="758400" cy="758517"/>
          </a:xfrm>
          <a:solidFill>
            <a:schemeClr val="accent5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txBody>
          <a:bodyPr/>
          <a:lstStyle/>
          <a:p>
            <a:pPr lvl="0"/>
            <a:r>
              <a:rPr kumimoji="1" lang="en-US" altLang="ja-JP"/>
              <a:t> </a:t>
            </a:r>
            <a:endParaRPr kumimoji="1" lang="ja-JP" altLang="en-US"/>
          </a:p>
        </p:txBody>
      </p:sp>
      <p:sp>
        <p:nvSpPr>
          <p:cNvPr id="44" name="テキスト プレースホルダー 12"/>
          <p:cNvSpPr>
            <a:spLocks noGrp="1"/>
          </p:cNvSpPr>
          <p:nvPr>
            <p:ph type="body" sz="quarter" idx="40" hasCustomPrompt="1"/>
          </p:nvPr>
        </p:nvSpPr>
        <p:spPr>
          <a:xfrm>
            <a:off x="6576115" y="5401431"/>
            <a:ext cx="4831131" cy="577411"/>
          </a:xfrm>
        </p:spPr>
        <p:txBody>
          <a:bodyPr>
            <a:normAutofit/>
          </a:bodyPr>
          <a:lstStyle>
            <a:lvl1pPr algn="l">
              <a:lnSpc>
                <a:spcPct val="130000"/>
              </a:lnSpc>
              <a:spcBef>
                <a:spcPts val="0"/>
              </a:spcBef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</a:p>
        </p:txBody>
      </p:sp>
      <p:sp>
        <p:nvSpPr>
          <p:cNvPr id="45" name="テキスト プレースホルダー 12"/>
          <p:cNvSpPr>
            <a:spLocks noGrp="1"/>
          </p:cNvSpPr>
          <p:nvPr>
            <p:ph type="body" sz="quarter" idx="41" hasCustomPrompt="1"/>
          </p:nvPr>
        </p:nvSpPr>
        <p:spPr>
          <a:xfrm>
            <a:off x="6576115" y="5031688"/>
            <a:ext cx="4831131" cy="498098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46" name="テキスト プレースホルダー 12"/>
          <p:cNvSpPr>
            <a:spLocks noGrp="1"/>
          </p:cNvSpPr>
          <p:nvPr>
            <p:ph type="body" sz="quarter" idx="42" hasCustomPrompt="1"/>
          </p:nvPr>
        </p:nvSpPr>
        <p:spPr>
          <a:xfrm>
            <a:off x="5730877" y="1743199"/>
            <a:ext cx="741510" cy="577411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667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/>
              <a:t>00</a:t>
            </a:r>
          </a:p>
        </p:txBody>
      </p:sp>
      <p:sp>
        <p:nvSpPr>
          <p:cNvPr id="47" name="テキスト プレースホルダー 12"/>
          <p:cNvSpPr>
            <a:spLocks noGrp="1"/>
          </p:cNvSpPr>
          <p:nvPr>
            <p:ph type="body" sz="quarter" idx="43" hasCustomPrompt="1"/>
          </p:nvPr>
        </p:nvSpPr>
        <p:spPr>
          <a:xfrm>
            <a:off x="5730877" y="2888969"/>
            <a:ext cx="741510" cy="577411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667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/>
              <a:t>00</a:t>
            </a:r>
          </a:p>
        </p:txBody>
      </p:sp>
      <p:sp>
        <p:nvSpPr>
          <p:cNvPr id="48" name="テキスト プレースホルダー 12"/>
          <p:cNvSpPr>
            <a:spLocks noGrp="1"/>
          </p:cNvSpPr>
          <p:nvPr>
            <p:ph type="body" sz="quarter" idx="44" hasCustomPrompt="1"/>
          </p:nvPr>
        </p:nvSpPr>
        <p:spPr>
          <a:xfrm>
            <a:off x="5730877" y="4015375"/>
            <a:ext cx="741510" cy="577411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667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/>
              <a:t>00</a:t>
            </a:r>
          </a:p>
        </p:txBody>
      </p:sp>
      <p:sp>
        <p:nvSpPr>
          <p:cNvPr id="50" name="テキスト プレースホルダー 12"/>
          <p:cNvSpPr>
            <a:spLocks noGrp="1"/>
          </p:cNvSpPr>
          <p:nvPr>
            <p:ph type="body" sz="quarter" idx="45" hasCustomPrompt="1"/>
          </p:nvPr>
        </p:nvSpPr>
        <p:spPr>
          <a:xfrm>
            <a:off x="5730877" y="5141781"/>
            <a:ext cx="741510" cy="577411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667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683532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1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600"/>
                            </p:stCondLst>
                            <p:childTnLst>
                              <p:par>
                                <p:cTn id="2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2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700"/>
                            </p:stCondLst>
                            <p:childTnLst>
                              <p:par>
                                <p:cTn id="4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3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800"/>
                            </p:stCondLst>
                            <p:childTnLst>
                              <p:par>
                                <p:cTn id="60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40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16" grpId="0" animBg="1">
        <p:tmplLst>
          <p:tmpl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>
        <p:tmplLst>
          <p:tmpl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animBg="1">
        <p:tmplLst>
          <p:tmpl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>
        <p:tmplLst>
          <p:tmpl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animBg="1">
        <p:tmplLst>
          <p:tmpl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>
        <p:tmplLst>
          <p:tmpl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animBg="1">
        <p:tmplLst>
          <p:tmpl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>
        <p:tmplLst>
          <p:tmpl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6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7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0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&amp; 2 Headings,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/>
              <a:t>Slide Title Goes Here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図プレースホルダー 24"/>
          <p:cNvSpPr>
            <a:spLocks noGrp="1"/>
          </p:cNvSpPr>
          <p:nvPr>
            <p:ph type="pic" sz="quarter" idx="36" hasCustomPrompt="1"/>
          </p:nvPr>
        </p:nvSpPr>
        <p:spPr>
          <a:xfrm>
            <a:off x="0" y="0"/>
            <a:ext cx="7392000" cy="6858000"/>
          </a:xfrm>
          <a:custGeom>
            <a:avLst/>
            <a:gdLst>
              <a:gd name="connsiteX0" fmla="*/ 10440000 w 11088000"/>
              <a:gd name="connsiteY0" fmla="*/ 9637413 h 10285413"/>
              <a:gd name="connsiteX1" fmla="*/ 11088000 w 11088000"/>
              <a:gd name="connsiteY1" fmla="*/ 9637413 h 10285413"/>
              <a:gd name="connsiteX2" fmla="*/ 11088000 w 11088000"/>
              <a:gd name="connsiteY2" fmla="*/ 10285413 h 10285413"/>
              <a:gd name="connsiteX3" fmla="*/ 10440000 w 11088000"/>
              <a:gd name="connsiteY3" fmla="*/ 10285413 h 10285413"/>
              <a:gd name="connsiteX4" fmla="*/ 9792000 w 11088000"/>
              <a:gd name="connsiteY4" fmla="*/ 8989413 h 10285413"/>
              <a:gd name="connsiteX5" fmla="*/ 10440000 w 11088000"/>
              <a:gd name="connsiteY5" fmla="*/ 8989413 h 10285413"/>
              <a:gd name="connsiteX6" fmla="*/ 10440000 w 11088000"/>
              <a:gd name="connsiteY6" fmla="*/ 9637413 h 10285413"/>
              <a:gd name="connsiteX7" fmla="*/ 9792000 w 11088000"/>
              <a:gd name="connsiteY7" fmla="*/ 9637413 h 10285413"/>
              <a:gd name="connsiteX8" fmla="*/ 0 w 11088000"/>
              <a:gd name="connsiteY8" fmla="*/ 0 h 10285413"/>
              <a:gd name="connsiteX9" fmla="*/ 9144000 w 11088000"/>
              <a:gd name="connsiteY9" fmla="*/ 0 h 10285413"/>
              <a:gd name="connsiteX10" fmla="*/ 9144000 w 11088000"/>
              <a:gd name="connsiteY10" fmla="*/ 8341413 h 10285413"/>
              <a:gd name="connsiteX11" fmla="*/ 9791447 w 11088000"/>
              <a:gd name="connsiteY11" fmla="*/ 8341413 h 10285413"/>
              <a:gd name="connsiteX12" fmla="*/ 9791447 w 11088000"/>
              <a:gd name="connsiteY12" fmla="*/ 8989413 h 10285413"/>
              <a:gd name="connsiteX13" fmla="*/ 9144000 w 11088000"/>
              <a:gd name="connsiteY13" fmla="*/ 8989413 h 10285413"/>
              <a:gd name="connsiteX14" fmla="*/ 9144000 w 11088000"/>
              <a:gd name="connsiteY14" fmla="*/ 9637413 h 10285413"/>
              <a:gd name="connsiteX15" fmla="*/ 9792000 w 11088000"/>
              <a:gd name="connsiteY15" fmla="*/ 9637413 h 10285413"/>
              <a:gd name="connsiteX16" fmla="*/ 9792000 w 11088000"/>
              <a:gd name="connsiteY16" fmla="*/ 10285413 h 10285413"/>
              <a:gd name="connsiteX17" fmla="*/ 9144000 w 11088000"/>
              <a:gd name="connsiteY17" fmla="*/ 10285413 h 10285413"/>
              <a:gd name="connsiteX18" fmla="*/ 0 w 11088000"/>
              <a:gd name="connsiteY18" fmla="*/ 10285413 h 10285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1088000" h="10285413">
                <a:moveTo>
                  <a:pt x="10440000" y="9637413"/>
                </a:moveTo>
                <a:lnTo>
                  <a:pt x="11088000" y="9637413"/>
                </a:lnTo>
                <a:lnTo>
                  <a:pt x="11088000" y="10285413"/>
                </a:lnTo>
                <a:lnTo>
                  <a:pt x="10440000" y="10285413"/>
                </a:lnTo>
                <a:close/>
                <a:moveTo>
                  <a:pt x="9792000" y="8989413"/>
                </a:moveTo>
                <a:lnTo>
                  <a:pt x="10440000" y="8989413"/>
                </a:lnTo>
                <a:lnTo>
                  <a:pt x="10440000" y="9637413"/>
                </a:lnTo>
                <a:lnTo>
                  <a:pt x="9792000" y="9637413"/>
                </a:lnTo>
                <a:close/>
                <a:moveTo>
                  <a:pt x="0" y="0"/>
                </a:moveTo>
                <a:lnTo>
                  <a:pt x="9144000" y="0"/>
                </a:lnTo>
                <a:lnTo>
                  <a:pt x="9144000" y="8341413"/>
                </a:lnTo>
                <a:lnTo>
                  <a:pt x="9791447" y="8341413"/>
                </a:lnTo>
                <a:lnTo>
                  <a:pt x="9791447" y="8989413"/>
                </a:lnTo>
                <a:lnTo>
                  <a:pt x="9144000" y="8989413"/>
                </a:lnTo>
                <a:lnTo>
                  <a:pt x="9144000" y="9637413"/>
                </a:lnTo>
                <a:lnTo>
                  <a:pt x="9792000" y="9637413"/>
                </a:lnTo>
                <a:lnTo>
                  <a:pt x="9792000" y="10285413"/>
                </a:lnTo>
                <a:lnTo>
                  <a:pt x="9144000" y="10285413"/>
                </a:lnTo>
                <a:lnTo>
                  <a:pt x="0" y="10285413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kumimoji="1" lang="en-US" altLang="ja-JP"/>
              <a:t>Insert an image</a:t>
            </a:r>
            <a:endParaRPr kumimoji="1" lang="ja-JP" altLang="en-US"/>
          </a:p>
        </p:txBody>
      </p:sp>
      <p:sp>
        <p:nvSpPr>
          <p:cNvPr id="26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6311632" y="2196888"/>
            <a:ext cx="5574525" cy="1144637"/>
          </a:xfrm>
        </p:spPr>
        <p:txBody>
          <a:bodyPr>
            <a:normAutofit/>
          </a:bodyPr>
          <a:lstStyle>
            <a:lvl1pPr marL="228611" indent="-228611" algn="l">
              <a:spcBef>
                <a:spcPts val="0"/>
              </a:spcBef>
              <a:buFont typeface="Wingdings" panose="05000000000000000000" pitchFamily="2" charset="2"/>
              <a:buChar char="n"/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28" name="テキスト プレースホルダー 12"/>
          <p:cNvSpPr>
            <a:spLocks noGrp="1"/>
          </p:cNvSpPr>
          <p:nvPr>
            <p:ph type="body" sz="quarter" idx="17" hasCustomPrompt="1"/>
          </p:nvPr>
        </p:nvSpPr>
        <p:spPr>
          <a:xfrm>
            <a:off x="6311632" y="1569328"/>
            <a:ext cx="5574525" cy="498098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29" name="正方形/長方形 28"/>
          <p:cNvSpPr/>
          <p:nvPr userDrawn="1"/>
        </p:nvSpPr>
        <p:spPr>
          <a:xfrm>
            <a:off x="6381915" y="2047428"/>
            <a:ext cx="1218599" cy="480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30" name="テキスト プレースホルダー 12"/>
          <p:cNvSpPr>
            <a:spLocks noGrp="1"/>
          </p:cNvSpPr>
          <p:nvPr>
            <p:ph type="body" sz="quarter" idx="44" hasCustomPrompt="1"/>
          </p:nvPr>
        </p:nvSpPr>
        <p:spPr>
          <a:xfrm>
            <a:off x="6311632" y="4233595"/>
            <a:ext cx="5574525" cy="1144637"/>
          </a:xfrm>
        </p:spPr>
        <p:txBody>
          <a:bodyPr>
            <a:normAutofit/>
          </a:bodyPr>
          <a:lstStyle>
            <a:lvl1pPr marL="228611" indent="-228611" algn="l">
              <a:spcBef>
                <a:spcPts val="0"/>
              </a:spcBef>
              <a:buFont typeface="Wingdings" panose="05000000000000000000" pitchFamily="2" charset="2"/>
              <a:buChar char="n"/>
              <a:defRPr sz="1333" baseline="0"/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34" name="テキスト プレースホルダー 12"/>
          <p:cNvSpPr>
            <a:spLocks noGrp="1"/>
          </p:cNvSpPr>
          <p:nvPr>
            <p:ph type="body" sz="quarter" idx="45" hasCustomPrompt="1"/>
          </p:nvPr>
        </p:nvSpPr>
        <p:spPr>
          <a:xfrm>
            <a:off x="6311632" y="3606034"/>
            <a:ext cx="5574525" cy="498098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867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Heading Goes Here</a:t>
            </a:r>
            <a:endParaRPr kumimoji="1" lang="ja-JP" altLang="en-US"/>
          </a:p>
        </p:txBody>
      </p:sp>
      <p:sp>
        <p:nvSpPr>
          <p:cNvPr id="35" name="正方形/長方形 34"/>
          <p:cNvSpPr/>
          <p:nvPr userDrawn="1"/>
        </p:nvSpPr>
        <p:spPr>
          <a:xfrm>
            <a:off x="6381915" y="4084135"/>
            <a:ext cx="1218599" cy="48013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920909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1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600"/>
                            </p:stCondLst>
                            <p:childTnLst>
                              <p:par>
                                <p:cTn id="22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45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animBg="1"/>
      <p:bldP spid="30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9.xml"/><Relationship Id="rId18" Type="http://schemas.openxmlformats.org/officeDocument/2006/relationships/slideLayout" Target="../slideLayouts/slideLayout44.xml"/><Relationship Id="rId26" Type="http://schemas.openxmlformats.org/officeDocument/2006/relationships/slideLayout" Target="../slideLayouts/slideLayout52.xml"/><Relationship Id="rId39" Type="http://schemas.openxmlformats.org/officeDocument/2006/relationships/slideLayout" Target="../slideLayouts/slideLayout65.xml"/><Relationship Id="rId21" Type="http://schemas.openxmlformats.org/officeDocument/2006/relationships/slideLayout" Target="../slideLayouts/slideLayout47.xml"/><Relationship Id="rId34" Type="http://schemas.openxmlformats.org/officeDocument/2006/relationships/slideLayout" Target="../slideLayouts/slideLayout60.xml"/><Relationship Id="rId42" Type="http://schemas.openxmlformats.org/officeDocument/2006/relationships/slideLayout" Target="../slideLayouts/slideLayout68.xml"/><Relationship Id="rId47" Type="http://schemas.openxmlformats.org/officeDocument/2006/relationships/slideLayout" Target="../slideLayouts/slideLayout73.xml"/><Relationship Id="rId50" Type="http://schemas.openxmlformats.org/officeDocument/2006/relationships/slideLayout" Target="../slideLayouts/slideLayout76.xml"/><Relationship Id="rId7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42.xml"/><Relationship Id="rId29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37.xml"/><Relationship Id="rId24" Type="http://schemas.openxmlformats.org/officeDocument/2006/relationships/slideLayout" Target="../slideLayouts/slideLayout50.xml"/><Relationship Id="rId32" Type="http://schemas.openxmlformats.org/officeDocument/2006/relationships/slideLayout" Target="../slideLayouts/slideLayout58.xml"/><Relationship Id="rId37" Type="http://schemas.openxmlformats.org/officeDocument/2006/relationships/slideLayout" Target="../slideLayouts/slideLayout63.xml"/><Relationship Id="rId40" Type="http://schemas.openxmlformats.org/officeDocument/2006/relationships/slideLayout" Target="../slideLayouts/slideLayout66.xml"/><Relationship Id="rId45" Type="http://schemas.openxmlformats.org/officeDocument/2006/relationships/slideLayout" Target="../slideLayouts/slideLayout71.xml"/><Relationship Id="rId53" Type="http://schemas.openxmlformats.org/officeDocument/2006/relationships/slideLayout" Target="../slideLayouts/slideLayout79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19" Type="http://schemas.openxmlformats.org/officeDocument/2006/relationships/slideLayout" Target="../slideLayouts/slideLayout45.xml"/><Relationship Id="rId31" Type="http://schemas.openxmlformats.org/officeDocument/2006/relationships/slideLayout" Target="../slideLayouts/slideLayout57.xml"/><Relationship Id="rId44" Type="http://schemas.openxmlformats.org/officeDocument/2006/relationships/slideLayout" Target="../slideLayouts/slideLayout70.xml"/><Relationship Id="rId52" Type="http://schemas.openxmlformats.org/officeDocument/2006/relationships/slideLayout" Target="../slideLayouts/slideLayout78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40.xml"/><Relationship Id="rId22" Type="http://schemas.openxmlformats.org/officeDocument/2006/relationships/slideLayout" Target="../slideLayouts/slideLayout48.xml"/><Relationship Id="rId27" Type="http://schemas.openxmlformats.org/officeDocument/2006/relationships/slideLayout" Target="../slideLayouts/slideLayout53.xml"/><Relationship Id="rId30" Type="http://schemas.openxmlformats.org/officeDocument/2006/relationships/slideLayout" Target="../slideLayouts/slideLayout56.xml"/><Relationship Id="rId35" Type="http://schemas.openxmlformats.org/officeDocument/2006/relationships/slideLayout" Target="../slideLayouts/slideLayout61.xml"/><Relationship Id="rId43" Type="http://schemas.openxmlformats.org/officeDocument/2006/relationships/slideLayout" Target="../slideLayouts/slideLayout69.xml"/><Relationship Id="rId48" Type="http://schemas.openxmlformats.org/officeDocument/2006/relationships/slideLayout" Target="../slideLayouts/slideLayout74.xml"/><Relationship Id="rId8" Type="http://schemas.openxmlformats.org/officeDocument/2006/relationships/slideLayout" Target="../slideLayouts/slideLayout34.xml"/><Relationship Id="rId51" Type="http://schemas.openxmlformats.org/officeDocument/2006/relationships/slideLayout" Target="../slideLayouts/slideLayout77.xml"/><Relationship Id="rId3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8.xml"/><Relationship Id="rId17" Type="http://schemas.openxmlformats.org/officeDocument/2006/relationships/slideLayout" Target="../slideLayouts/slideLayout43.xml"/><Relationship Id="rId25" Type="http://schemas.openxmlformats.org/officeDocument/2006/relationships/slideLayout" Target="../slideLayouts/slideLayout51.xml"/><Relationship Id="rId33" Type="http://schemas.openxmlformats.org/officeDocument/2006/relationships/slideLayout" Target="../slideLayouts/slideLayout59.xml"/><Relationship Id="rId38" Type="http://schemas.openxmlformats.org/officeDocument/2006/relationships/slideLayout" Target="../slideLayouts/slideLayout64.xml"/><Relationship Id="rId46" Type="http://schemas.openxmlformats.org/officeDocument/2006/relationships/slideLayout" Target="../slideLayouts/slideLayout72.xml"/><Relationship Id="rId20" Type="http://schemas.openxmlformats.org/officeDocument/2006/relationships/slideLayout" Target="../slideLayouts/slideLayout46.xml"/><Relationship Id="rId41" Type="http://schemas.openxmlformats.org/officeDocument/2006/relationships/slideLayout" Target="../slideLayouts/slideLayout67.xml"/><Relationship Id="rId54" Type="http://schemas.openxmlformats.org/officeDocument/2006/relationships/theme" Target="../theme/theme3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41.xml"/><Relationship Id="rId23" Type="http://schemas.openxmlformats.org/officeDocument/2006/relationships/slideLayout" Target="../slideLayouts/slideLayout49.xml"/><Relationship Id="rId28" Type="http://schemas.openxmlformats.org/officeDocument/2006/relationships/slideLayout" Target="../slideLayouts/slideLayout54.xml"/><Relationship Id="rId36" Type="http://schemas.openxmlformats.org/officeDocument/2006/relationships/slideLayout" Target="../slideLayouts/slideLayout62.xml"/><Relationship Id="rId49" Type="http://schemas.openxmlformats.org/officeDocument/2006/relationships/slideLayout" Target="../slideLayouts/slideLayout7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7.xml"/><Relationship Id="rId13" Type="http://schemas.openxmlformats.org/officeDocument/2006/relationships/slideLayout" Target="../slideLayouts/slideLayout92.xml"/><Relationship Id="rId3" Type="http://schemas.openxmlformats.org/officeDocument/2006/relationships/slideLayout" Target="../slideLayouts/slideLayout82.xml"/><Relationship Id="rId7" Type="http://schemas.openxmlformats.org/officeDocument/2006/relationships/slideLayout" Target="../slideLayouts/slideLayout86.xml"/><Relationship Id="rId12" Type="http://schemas.openxmlformats.org/officeDocument/2006/relationships/slideLayout" Target="../slideLayouts/slideLayout91.xml"/><Relationship Id="rId2" Type="http://schemas.openxmlformats.org/officeDocument/2006/relationships/slideLayout" Target="../slideLayouts/slideLayout81.xml"/><Relationship Id="rId1" Type="http://schemas.openxmlformats.org/officeDocument/2006/relationships/slideLayout" Target="../slideLayouts/slideLayout80.xml"/><Relationship Id="rId6" Type="http://schemas.openxmlformats.org/officeDocument/2006/relationships/slideLayout" Target="../slideLayouts/slideLayout85.xml"/><Relationship Id="rId11" Type="http://schemas.openxmlformats.org/officeDocument/2006/relationships/slideLayout" Target="../slideLayouts/slideLayout90.xml"/><Relationship Id="rId5" Type="http://schemas.openxmlformats.org/officeDocument/2006/relationships/slideLayout" Target="../slideLayouts/slideLayout84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89.xml"/><Relationship Id="rId4" Type="http://schemas.openxmlformats.org/officeDocument/2006/relationships/slideLayout" Target="../slideLayouts/slideLayout83.xml"/><Relationship Id="rId9" Type="http://schemas.openxmlformats.org/officeDocument/2006/relationships/slideLayout" Target="../slideLayouts/slideLayout88.xml"/><Relationship Id="rId14" Type="http://schemas.openxmlformats.org/officeDocument/2006/relationships/slideLayout" Target="../slideLayouts/slideLayout93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95.xml"/><Relationship Id="rId1" Type="http://schemas.openxmlformats.org/officeDocument/2006/relationships/slideLayout" Target="../slideLayouts/slideLayout9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04E82A-63AB-6AE2-4614-B1D75B13A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D9109C-89CB-8CD8-DF63-84F5D233DE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4418E6-BC90-7CD3-A049-4A235BAA45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B7B299-C7B5-4B38-A275-8E6C10D172C8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DC1821-78EC-F5FF-BC6C-4DCE9F828B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4E853-8989-F5F7-501B-684F597A75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9A82BF-94DC-4720-8363-38BE9C12A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876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8809" y="232264"/>
            <a:ext cx="11557348" cy="8534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ja-JP"/>
              <a:t>Master Title Configuration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8809" y="1361371"/>
            <a:ext cx="11557348" cy="4815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ja-JP"/>
              <a:t>Master Text Configuration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313706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</p:sldLayoutIdLst>
  <p:hf hdr="0" dt="0"/>
  <p:txStyles>
    <p:titleStyle>
      <a:lvl1pPr algn="ctr" defTabSz="914324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324" rtl="0" eaLnBrk="1" latinLnBrk="0" hangingPunct="1">
        <a:lnSpc>
          <a:spcPct val="130000"/>
        </a:lnSpc>
        <a:spcBef>
          <a:spcPts val="800"/>
        </a:spcBef>
        <a:buFontTx/>
        <a:buNone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457162" indent="0" algn="l" defTabSz="914324" rtl="0" eaLnBrk="1" latinLnBrk="0" hangingPunct="1">
        <a:lnSpc>
          <a:spcPct val="90000"/>
        </a:lnSpc>
        <a:spcBef>
          <a:spcPts val="500"/>
        </a:spcBef>
        <a:buFontTx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24" indent="0" algn="l" defTabSz="914324" rtl="0" eaLnBrk="1" latinLnBrk="0" hangingPunct="1">
        <a:lnSpc>
          <a:spcPct val="90000"/>
        </a:lnSpc>
        <a:spcBef>
          <a:spcPts val="500"/>
        </a:spcBef>
        <a:buFontTx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86" indent="0" algn="l" defTabSz="914324" rtl="0" eaLnBrk="1" latinLnBrk="0" hangingPunct="1">
        <a:lnSpc>
          <a:spcPct val="90000"/>
        </a:lnSpc>
        <a:spcBef>
          <a:spcPts val="50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48" indent="0" algn="l" defTabSz="914324" rtl="0" eaLnBrk="1" latinLnBrk="0" hangingPunct="1">
        <a:lnSpc>
          <a:spcPct val="90000"/>
        </a:lnSpc>
        <a:spcBef>
          <a:spcPts val="50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90" indent="-228581" algn="l" defTabSz="91432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53" indent="-228581" algn="l" defTabSz="91432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14" indent="-228581" algn="l" defTabSz="91432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76" indent="-228581" algn="l" defTabSz="91432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2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24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86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47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10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71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33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95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8809" y="232264"/>
            <a:ext cx="11557348" cy="8534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ja-JP"/>
              <a:t>Master Title Configuration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8809" y="1361371"/>
            <a:ext cx="11557348" cy="4815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ja-JP"/>
              <a:t>Master Text Configuration</a:t>
            </a:r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8952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The Power of PowerPoint | thepopp.com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07246" y="6401024"/>
            <a:ext cx="784517" cy="3260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2"/>
                </a:solidFill>
              </a:defRPr>
            </a:lvl1pPr>
          </a:lstStyle>
          <a:p>
            <a:fld id="{03EB59E2-90B9-4CD3-AC74-D672227E13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正方形/長方形 3"/>
          <p:cNvSpPr/>
          <p:nvPr userDrawn="1"/>
        </p:nvSpPr>
        <p:spPr>
          <a:xfrm>
            <a:off x="5456003" y="1029275"/>
            <a:ext cx="432048" cy="480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5879584" y="1029275"/>
            <a:ext cx="432048" cy="480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9" name="正方形/長方形 8"/>
          <p:cNvSpPr/>
          <p:nvPr userDrawn="1"/>
        </p:nvSpPr>
        <p:spPr>
          <a:xfrm>
            <a:off x="6303949" y="1029275"/>
            <a:ext cx="432048" cy="4801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9" name="正方形/長方形 18"/>
          <p:cNvSpPr/>
          <p:nvPr userDrawn="1"/>
        </p:nvSpPr>
        <p:spPr>
          <a:xfrm>
            <a:off x="11438466" y="6345306"/>
            <a:ext cx="753297" cy="480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3951483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  <p:sldLayoutId id="2147483695" r:id="rId18"/>
    <p:sldLayoutId id="2147483696" r:id="rId19"/>
    <p:sldLayoutId id="2147483697" r:id="rId20"/>
    <p:sldLayoutId id="2147483698" r:id="rId21"/>
    <p:sldLayoutId id="2147483699" r:id="rId22"/>
    <p:sldLayoutId id="2147483700" r:id="rId23"/>
    <p:sldLayoutId id="2147483701" r:id="rId24"/>
    <p:sldLayoutId id="2147483702" r:id="rId25"/>
    <p:sldLayoutId id="2147483703" r:id="rId26"/>
    <p:sldLayoutId id="2147483704" r:id="rId27"/>
    <p:sldLayoutId id="2147483705" r:id="rId28"/>
    <p:sldLayoutId id="2147483706" r:id="rId29"/>
    <p:sldLayoutId id="2147483707" r:id="rId30"/>
    <p:sldLayoutId id="2147483708" r:id="rId31"/>
    <p:sldLayoutId id="2147483709" r:id="rId32"/>
    <p:sldLayoutId id="2147483710" r:id="rId33"/>
    <p:sldLayoutId id="2147483711" r:id="rId34"/>
    <p:sldLayoutId id="2147483712" r:id="rId35"/>
    <p:sldLayoutId id="2147483713" r:id="rId36"/>
    <p:sldLayoutId id="2147483714" r:id="rId37"/>
    <p:sldLayoutId id="2147483715" r:id="rId38"/>
    <p:sldLayoutId id="2147483716" r:id="rId39"/>
    <p:sldLayoutId id="2147483717" r:id="rId40"/>
    <p:sldLayoutId id="2147483718" r:id="rId41"/>
    <p:sldLayoutId id="2147483719" r:id="rId42"/>
    <p:sldLayoutId id="2147483720" r:id="rId43"/>
    <p:sldLayoutId id="2147483721" r:id="rId44"/>
    <p:sldLayoutId id="2147483722" r:id="rId45"/>
    <p:sldLayoutId id="2147483723" r:id="rId46"/>
    <p:sldLayoutId id="2147483724" r:id="rId47"/>
    <p:sldLayoutId id="2147483725" r:id="rId48"/>
    <p:sldLayoutId id="2147483726" r:id="rId49"/>
    <p:sldLayoutId id="2147483727" r:id="rId50"/>
    <p:sldLayoutId id="2147483728" r:id="rId51"/>
    <p:sldLayoutId id="2147483729" r:id="rId52"/>
    <p:sldLayoutId id="2147483730" r:id="rId53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decel="100000" fill="hold" grpId="0" nodeType="withEffect">
                                  <p:stCondLst>
                                    <p:cond delay="2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4" grpId="0" animBg="1"/>
      <p:bldP spid="8" grpId="0" animBg="1"/>
      <p:bldP spid="9" grpId="0" animBg="1"/>
      <p:bldP spid="19" grpId="0" animBg="1"/>
    </p:bldLst>
  </p:timing>
  <p:hf hdr="0" dt="0"/>
  <p:txStyles>
    <p:titleStyle>
      <a:lvl1pPr algn="ctr" defTabSz="914324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324" rtl="0" eaLnBrk="1" latinLnBrk="0" hangingPunct="1">
        <a:lnSpc>
          <a:spcPct val="130000"/>
        </a:lnSpc>
        <a:spcBef>
          <a:spcPts val="800"/>
        </a:spcBef>
        <a:buFontTx/>
        <a:buNone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457162" indent="0" algn="l" defTabSz="914324" rtl="0" eaLnBrk="1" latinLnBrk="0" hangingPunct="1">
        <a:lnSpc>
          <a:spcPct val="90000"/>
        </a:lnSpc>
        <a:spcBef>
          <a:spcPts val="500"/>
        </a:spcBef>
        <a:buFontTx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24" indent="0" algn="l" defTabSz="914324" rtl="0" eaLnBrk="1" latinLnBrk="0" hangingPunct="1">
        <a:lnSpc>
          <a:spcPct val="90000"/>
        </a:lnSpc>
        <a:spcBef>
          <a:spcPts val="500"/>
        </a:spcBef>
        <a:buFontTx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86" indent="0" algn="l" defTabSz="914324" rtl="0" eaLnBrk="1" latinLnBrk="0" hangingPunct="1">
        <a:lnSpc>
          <a:spcPct val="90000"/>
        </a:lnSpc>
        <a:spcBef>
          <a:spcPts val="50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48" indent="0" algn="l" defTabSz="914324" rtl="0" eaLnBrk="1" latinLnBrk="0" hangingPunct="1">
        <a:lnSpc>
          <a:spcPct val="90000"/>
        </a:lnSpc>
        <a:spcBef>
          <a:spcPts val="50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90" indent="-228581" algn="l" defTabSz="91432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53" indent="-228581" algn="l" defTabSz="91432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14" indent="-228581" algn="l" defTabSz="91432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76" indent="-228581" algn="l" defTabSz="91432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2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24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86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47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10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71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33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95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8809" y="232264"/>
            <a:ext cx="11557348" cy="8534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ja-JP"/>
              <a:t>Master Title Configuration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8809" y="1361371"/>
            <a:ext cx="11557348" cy="4815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ja-JP"/>
              <a:t>Master Text Configuration</a:t>
            </a:r>
            <a:endParaRPr lang="ja-JP" alt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8952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The Power of PowerPoint | thepopp.com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07246" y="6401024"/>
            <a:ext cx="784517" cy="3260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2"/>
                </a:solidFill>
              </a:defRPr>
            </a:lvl1pPr>
          </a:lstStyle>
          <a:p>
            <a:fld id="{03EB59E2-90B9-4CD3-AC74-D672227E13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正方形/長方形 12"/>
          <p:cNvSpPr/>
          <p:nvPr userDrawn="1"/>
        </p:nvSpPr>
        <p:spPr>
          <a:xfrm>
            <a:off x="11438466" y="6345306"/>
            <a:ext cx="753297" cy="480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547351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 animBg="1"/>
    </p:bldLst>
  </p:timing>
  <p:hf hdr="0" dt="0"/>
  <p:txStyles>
    <p:titleStyle>
      <a:lvl1pPr algn="ctr" defTabSz="914324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324" rtl="0" eaLnBrk="1" latinLnBrk="0" hangingPunct="1">
        <a:lnSpc>
          <a:spcPct val="130000"/>
        </a:lnSpc>
        <a:spcBef>
          <a:spcPts val="800"/>
        </a:spcBef>
        <a:buFontTx/>
        <a:buNone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457162" indent="0" algn="l" defTabSz="914324" rtl="0" eaLnBrk="1" latinLnBrk="0" hangingPunct="1">
        <a:lnSpc>
          <a:spcPct val="90000"/>
        </a:lnSpc>
        <a:spcBef>
          <a:spcPts val="500"/>
        </a:spcBef>
        <a:buFontTx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24" indent="0" algn="l" defTabSz="914324" rtl="0" eaLnBrk="1" latinLnBrk="0" hangingPunct="1">
        <a:lnSpc>
          <a:spcPct val="90000"/>
        </a:lnSpc>
        <a:spcBef>
          <a:spcPts val="500"/>
        </a:spcBef>
        <a:buFontTx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86" indent="0" algn="l" defTabSz="914324" rtl="0" eaLnBrk="1" latinLnBrk="0" hangingPunct="1">
        <a:lnSpc>
          <a:spcPct val="90000"/>
        </a:lnSpc>
        <a:spcBef>
          <a:spcPts val="50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48" indent="0" algn="l" defTabSz="914324" rtl="0" eaLnBrk="1" latinLnBrk="0" hangingPunct="1">
        <a:lnSpc>
          <a:spcPct val="90000"/>
        </a:lnSpc>
        <a:spcBef>
          <a:spcPts val="50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90" indent="-228581" algn="l" defTabSz="91432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53" indent="-228581" algn="l" defTabSz="91432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14" indent="-228581" algn="l" defTabSz="91432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76" indent="-228581" algn="l" defTabSz="91432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2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24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86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47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10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71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33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95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11632" y="232264"/>
            <a:ext cx="5574525" cy="8534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ja-JP"/>
              <a:t>Master Title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8809" y="1361371"/>
            <a:ext cx="11557348" cy="4815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ja-JP"/>
              <a:t>Master Text Configuration</a:t>
            </a:r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8952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The Power of PowerPoint | thepopp.com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07246" y="6401024"/>
            <a:ext cx="784517" cy="3260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2"/>
                </a:solidFill>
              </a:defRPr>
            </a:lvl1pPr>
          </a:lstStyle>
          <a:p>
            <a:fld id="{03EB59E2-90B9-4CD3-AC74-D672227E13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正方形/長方形 3"/>
          <p:cNvSpPr/>
          <p:nvPr userDrawn="1"/>
        </p:nvSpPr>
        <p:spPr>
          <a:xfrm>
            <a:off x="6386445" y="1029275"/>
            <a:ext cx="432048" cy="480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6810027" y="1029275"/>
            <a:ext cx="432048" cy="480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9" name="正方形/長方形 8"/>
          <p:cNvSpPr/>
          <p:nvPr userDrawn="1"/>
        </p:nvSpPr>
        <p:spPr>
          <a:xfrm>
            <a:off x="7234392" y="1029275"/>
            <a:ext cx="432048" cy="4801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9" name="正方形/長方形 18"/>
          <p:cNvSpPr/>
          <p:nvPr userDrawn="1"/>
        </p:nvSpPr>
        <p:spPr>
          <a:xfrm>
            <a:off x="11438466" y="6345306"/>
            <a:ext cx="753297" cy="480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2225203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decel="100000" fill="hold" grpId="0" nodeType="withEffect">
                                  <p:stCondLst>
                                    <p:cond delay="2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4" grpId="0" animBg="1"/>
      <p:bldP spid="8" grpId="0" animBg="1"/>
      <p:bldP spid="9" grpId="0" animBg="1"/>
      <p:bldP spid="19" grpId="0" animBg="1"/>
    </p:bldLst>
  </p:timing>
  <p:hf hdr="0" dt="0"/>
  <p:txStyles>
    <p:titleStyle>
      <a:lvl1pPr algn="l" defTabSz="914324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324" rtl="0" eaLnBrk="1" latinLnBrk="0" hangingPunct="1">
        <a:lnSpc>
          <a:spcPct val="130000"/>
        </a:lnSpc>
        <a:spcBef>
          <a:spcPts val="800"/>
        </a:spcBef>
        <a:buFontTx/>
        <a:buNone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457162" indent="0" algn="l" defTabSz="914324" rtl="0" eaLnBrk="1" latinLnBrk="0" hangingPunct="1">
        <a:lnSpc>
          <a:spcPct val="90000"/>
        </a:lnSpc>
        <a:spcBef>
          <a:spcPts val="500"/>
        </a:spcBef>
        <a:buFontTx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24" indent="0" algn="l" defTabSz="914324" rtl="0" eaLnBrk="1" latinLnBrk="0" hangingPunct="1">
        <a:lnSpc>
          <a:spcPct val="90000"/>
        </a:lnSpc>
        <a:spcBef>
          <a:spcPts val="500"/>
        </a:spcBef>
        <a:buFontTx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86" indent="0" algn="l" defTabSz="914324" rtl="0" eaLnBrk="1" latinLnBrk="0" hangingPunct="1">
        <a:lnSpc>
          <a:spcPct val="90000"/>
        </a:lnSpc>
        <a:spcBef>
          <a:spcPts val="50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48" indent="0" algn="l" defTabSz="914324" rtl="0" eaLnBrk="1" latinLnBrk="0" hangingPunct="1">
        <a:lnSpc>
          <a:spcPct val="90000"/>
        </a:lnSpc>
        <a:spcBef>
          <a:spcPts val="50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90" indent="-228581" algn="l" defTabSz="91432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53" indent="-228581" algn="l" defTabSz="91432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14" indent="-228581" algn="l" defTabSz="91432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76" indent="-228581" algn="l" defTabSz="91432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2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24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86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47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10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71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33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95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9">
          <p15:clr>
            <a:srgbClr val="F26B43"/>
          </p15:clr>
        </p15:guide>
        <p15:guide id="2" pos="57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en-US">
                <a:latin typeface="Ubuntu Medium"/>
                <a:cs typeface="Times New Roman"/>
              </a:rPr>
              <a:t>ASR Innovation Sprint </a:t>
            </a:r>
            <a:endParaRPr lang="en-US">
              <a:latin typeface="Ubuntu Medium"/>
              <a:cs typeface="Times New Roman"/>
            </a:endParaRPr>
          </a:p>
        </p:txBody>
      </p:sp>
      <p:sp>
        <p:nvSpPr>
          <p:cNvPr id="9" name="テキスト プレースホルダー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sz="4000">
                <a:latin typeface="Ubuntu Medium"/>
              </a:rPr>
              <a:t>Advancing Speech Recognition for People with Speech Impairment</a:t>
            </a:r>
            <a:endParaRPr kumimoji="1" lang="en-US" sz="4000">
              <a:solidFill>
                <a:srgbClr val="000000"/>
              </a:solidFill>
              <a:latin typeface="Ubuntu Medium"/>
            </a:endParaRPr>
          </a:p>
          <a:p>
            <a:endParaRPr lang="en-US" altLang="ja-JP" sz="185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3BBCCB-D1F0-F1B4-7AAD-57128CD272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nl-NL" sz="1300">
                <a:solidFill>
                  <a:srgbClr val="94A0AF"/>
                </a:solidFill>
                <a:latin typeface="Ubuntu"/>
                <a:cs typeface="Times New Roman"/>
              </a:rPr>
              <a:t>Speech </a:t>
            </a:r>
            <a:r>
              <a:rPr lang="nl-NL" sz="1300" err="1">
                <a:solidFill>
                  <a:srgbClr val="94A0AF"/>
                </a:solidFill>
                <a:latin typeface="Ubuntu"/>
                <a:cs typeface="Times New Roman"/>
              </a:rPr>
              <a:t>To</a:t>
            </a:r>
            <a:r>
              <a:rPr lang="nl-NL" sz="1300">
                <a:solidFill>
                  <a:srgbClr val="94A0AF"/>
                </a:solidFill>
                <a:latin typeface="Ubuntu"/>
                <a:cs typeface="Times New Roman"/>
              </a:rPr>
              <a:t> </a:t>
            </a:r>
            <a:r>
              <a:rPr lang="nl-NL" sz="1300" err="1">
                <a:solidFill>
                  <a:srgbClr val="94A0AF"/>
                </a:solidFill>
                <a:latin typeface="Ubuntu"/>
                <a:cs typeface="Times New Roman"/>
              </a:rPr>
              <a:t>Text</a:t>
            </a:r>
            <a:r>
              <a:rPr lang="nl-NL" sz="1300">
                <a:solidFill>
                  <a:srgbClr val="94A0AF"/>
                </a:solidFill>
                <a:latin typeface="Ubuntu"/>
                <a:cs typeface="Times New Roman"/>
              </a:rPr>
              <a:t> (STT) - Elizabeth </a:t>
            </a:r>
            <a:r>
              <a:rPr lang="nl-NL" sz="1300" err="1">
                <a:solidFill>
                  <a:srgbClr val="94A0AF"/>
                </a:solidFill>
                <a:latin typeface="Ubuntu"/>
                <a:cs typeface="Times New Roman"/>
              </a:rPr>
              <a:t>Mwangi</a:t>
            </a:r>
            <a:endParaRPr lang="en-US" err="1"/>
          </a:p>
        </p:txBody>
      </p:sp>
    </p:spTree>
    <p:extLst>
      <p:ext uri="{BB962C8B-B14F-4D97-AF65-F5344CB8AC3E}">
        <p14:creationId xmlns:p14="http://schemas.microsoft.com/office/powerpoint/2010/main" val="2312949693"/>
      </p:ext>
    </p:extLst>
  </p:cSld>
  <p:clrMapOvr>
    <a:masterClrMapping/>
  </p:clrMapOvr>
  <p:extLst>
    <p:ext uri="{E180D4A7-C9FB-4DFB-919C-405C955672EB}">
      <p14:showEvtLst xmlns:p14="http://schemas.microsoft.com/office/powerpoint/2010/main">
        <p14:playEvt time="7609" objId="2"/>
      </p14:showEvtLst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プレースホルダー 4"/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kumimoji="1" lang="en-US" altLang="ja-JP" sz="1300">
                <a:latin typeface="Ubuntu"/>
                <a:cs typeface="Times New Roman"/>
              </a:rPr>
              <a:t>Our modeling experience so far.</a:t>
            </a:r>
            <a:endParaRPr lang="en-US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/>
              <a:t>Welcome!</a:t>
            </a:r>
            <a:endParaRPr kumimoji="1" lang="ja-JP" altLang="en-US"/>
          </a:p>
        </p:txBody>
      </p:sp>
      <p:sp>
        <p:nvSpPr>
          <p:cNvPr id="8" name="スライド番号プレースホルダー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914446"/>
            <a:fld id="{03EB59E2-90B9-4CD3-AC74-D672227E13C3}" type="slidenum">
              <a:rPr lang="en-US">
                <a:solidFill>
                  <a:srgbClr val="556272"/>
                </a:solidFill>
                <a:latin typeface="Ubuntu"/>
              </a:rPr>
              <a:pPr defTabSz="914446"/>
              <a:t>2</a:t>
            </a:fld>
            <a:endParaRPr lang="en-US">
              <a:solidFill>
                <a:srgbClr val="556272"/>
              </a:solidFill>
              <a:latin typeface="Ubuntu"/>
            </a:endParaRPr>
          </a:p>
        </p:txBody>
      </p:sp>
    </p:spTree>
    <p:extLst>
      <p:ext uri="{BB962C8B-B14F-4D97-AF65-F5344CB8AC3E}">
        <p14:creationId xmlns:p14="http://schemas.microsoft.com/office/powerpoint/2010/main" val="1166492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nl-NL" altLang="ja-JP"/>
              <a:t>T</a:t>
            </a:r>
            <a:r>
              <a:rPr kumimoji="1" lang="en-US" altLang="ja-JP"/>
              <a:t>he Objectives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914446"/>
            <a:fld id="{03EB59E2-90B9-4CD3-AC74-D672227E13C3}" type="slidenum">
              <a:rPr lang="en-US">
                <a:solidFill>
                  <a:srgbClr val="556272"/>
                </a:solidFill>
                <a:latin typeface="Ubuntu"/>
              </a:rPr>
              <a:pPr defTabSz="914446"/>
              <a:t>3</a:t>
            </a:fld>
            <a:endParaRPr lang="en-US">
              <a:solidFill>
                <a:srgbClr val="556272"/>
              </a:solidFill>
              <a:latin typeface="Ubuntu"/>
            </a:endParaRPr>
          </a:p>
        </p:txBody>
      </p:sp>
      <p:sp>
        <p:nvSpPr>
          <p:cNvPr id="8" name="テキスト プレースホルダー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sz="1200">
                <a:solidFill>
                  <a:srgbClr val="0F1115"/>
                </a:solidFill>
                <a:ea typeface="+mn-lt"/>
                <a:cs typeface="+mn-lt"/>
              </a:rPr>
              <a:t>Adapt Whisper models to recognize non-standard speech patterns from individuals with speech impairments across different etiologies (Cerebral Palsy, Multiple Sclerosis, Neurodevelopmental disorders, Parkinson's Disease) and severity levels (mild, moderate, severe)</a:t>
            </a:r>
            <a:endParaRPr lang="en-US"/>
          </a:p>
          <a:p>
            <a:endParaRPr lang="en-US">
              <a:latin typeface="Ubuntu"/>
              <a:cs typeface="Times New Roman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kumimoji="1" lang="en-US" sz="1200">
                <a:solidFill>
                  <a:srgbClr val="0F1115"/>
                </a:solidFill>
                <a:ea typeface="+mn-lt"/>
                <a:cs typeface="+mn-lt"/>
              </a:rPr>
              <a:t>Evaluate fine-tuning effectiveness by comparing Word Error Rate (WER) before and after adaptation across different model sizes ( small, large)</a:t>
            </a:r>
            <a:endParaRPr lang="en-US"/>
          </a:p>
          <a:p>
            <a:endParaRPr lang="en-US">
              <a:ea typeface="+mn-lt"/>
              <a:cs typeface="+mn-lt"/>
            </a:endParaRPr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sz="1200">
                <a:solidFill>
                  <a:srgbClr val="0F1115"/>
                </a:solidFill>
                <a:ea typeface="+mn-lt"/>
                <a:cs typeface="+mn-lt"/>
              </a:rPr>
              <a:t>Optimize model architecture and training strategy by selectively updating encoder and projection layers while experimenting with data augmentation techniques like </a:t>
            </a:r>
            <a:r>
              <a:rPr lang="en-US" sz="1200" err="1">
                <a:solidFill>
                  <a:srgbClr val="0F1115"/>
                </a:solidFill>
                <a:ea typeface="+mn-lt"/>
                <a:cs typeface="+mn-lt"/>
              </a:rPr>
              <a:t>SpecAugment</a:t>
            </a:r>
            <a:endParaRPr lang="en-US" err="1"/>
          </a:p>
          <a:p>
            <a:endParaRPr lang="en-US" altLang="ja-JP">
              <a:latin typeface="Spica Neue P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231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lowchart: Document 25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73AB5D-651E-5E92-709E-014898CDB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/>
            <a:b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Defining Our Metrics</a:t>
            </a:r>
          </a:p>
          <a:p>
            <a:pPr algn="l" defTabSz="914400"/>
            <a:endParaRPr lang="en-US" sz="32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1033E6-32FD-F555-DEE6-A99CDF013E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26476" y="6356350"/>
            <a:ext cx="625443" cy="36512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3EB59E2-90B9-4CD3-AC74-D672227E13C3}" type="slidenum">
              <a:rPr lang="en-US" sz="1200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 sz="1200">
              <a:solidFill>
                <a:schemeClr val="tx1">
                  <a:tint val="75000"/>
                </a:schemeClr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90765B8-DE01-00C9-D756-5FFBC6B264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1779676"/>
              </p:ext>
            </p:extLst>
          </p:nvPr>
        </p:nvGraphicFramePr>
        <p:xfrm>
          <a:off x="4060233" y="1182100"/>
          <a:ext cx="5905500" cy="560451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81100">
                  <a:extLst>
                    <a:ext uri="{9D8B030D-6E8A-4147-A177-3AD203B41FA5}">
                      <a16:colId xmlns:a16="http://schemas.microsoft.com/office/drawing/2014/main" val="2889720973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1441175663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3596407024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3270207257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416651771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1">
                          <a:effectLst/>
                          <a:latin typeface="Aptos" panose="020B0004020202020204" pitchFamily="34" charset="0"/>
                        </a:rPr>
                        <a:t>Metric</a:t>
                      </a: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1">
                          <a:effectLst/>
                          <a:latin typeface="Aptos" panose="020B0004020202020204" pitchFamily="34" charset="0"/>
                        </a:rPr>
                        <a:t>Formula / Calculation</a:t>
                      </a: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1">
                          <a:effectLst/>
                          <a:latin typeface="Aptos" panose="020B0004020202020204" pitchFamily="34" charset="0"/>
                        </a:rPr>
                        <a:t>What It Measures</a:t>
                      </a: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1">
                          <a:effectLst/>
                          <a:latin typeface="Aptos" panose="020B0004020202020204" pitchFamily="34" charset="0"/>
                        </a:rPr>
                        <a:t>Key Limitation / Note</a:t>
                      </a: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1">
                          <a:effectLst/>
                          <a:latin typeface="Aptos" panose="020B0004020202020204" pitchFamily="34" charset="0"/>
                        </a:rPr>
                        <a:t>Takeaway / Use Case</a:t>
                      </a: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099776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1">
                          <a:effectLst/>
                          <a:latin typeface="Aptos" panose="020B0004020202020204" pitchFamily="34" charset="0"/>
                        </a:rPr>
                        <a:t>Word Error Rate (WER)</a:t>
                      </a: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( \text{WER} = \frac{S + D + I}{N} \times 100% ) </a:t>
                      </a:r>
                      <a:r>
                        <a:rPr lang="en-US" sz="1200" i="1">
                          <a:effectLst/>
                          <a:latin typeface="Aptos" panose="020B0004020202020204" pitchFamily="34" charset="0"/>
                        </a:rPr>
                        <a:t>(S = Substitutions, D = Deletions, I = Insertions, N = Total words)</a:t>
                      </a: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Word-level accuracy – how many words were incorrectly transcribed.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Does not capture meaning or context; purely lexical.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Useful for diagnostic analysis of transcription quality.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782921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1">
                          <a:effectLst/>
                          <a:latin typeface="Aptos" panose="020B0004020202020204" pitchFamily="34" charset="0"/>
                        </a:rPr>
                        <a:t>Character Error Rate (CER)</a:t>
                      </a: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( \text{CER} = \frac{S_c + D_c + I_c}{N_c} \times 100% ) </a:t>
                      </a:r>
                      <a:r>
                        <a:rPr lang="en-US" sz="1200" i="1">
                          <a:effectLst/>
                          <a:latin typeface="Aptos" panose="020B0004020202020204" pitchFamily="34" charset="0"/>
                        </a:rPr>
                        <a:t>(Character-level equivalent of WER)</a:t>
                      </a: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Measures fine-grained spelling and grammar accuracy.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Also lacks semantic understanding.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Good for detailed debugging and low-resource language evaluation.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31522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1">
                          <a:effectLst/>
                          <a:latin typeface="Aptos" panose="020B0004020202020204" pitchFamily="34" charset="0"/>
                        </a:rPr>
                        <a:t>LATTEScore (Core Metric)</a:t>
                      </a: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Semantic similarity between reference and hypothesis. </a:t>
                      </a:r>
                      <a:r>
                        <a:rPr lang="en-US" sz="1200" i="1">
                          <a:effectLst/>
                          <a:latin typeface="Aptos" panose="020B0004020202020204" pitchFamily="34" charset="0"/>
                        </a:rPr>
                        <a:t>(Estimates % of original meaning preserved.)</a:t>
                      </a: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Evaluates true comprehension and meaning preservation.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More computationally intensive; depends on semantic models.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Primary deployment metric – reflects real user experience and equity of understanding.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85425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114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43DAE-7964-2BA8-06C6-0E4B03072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59CDEA54-147F-3D39-46C0-6B4F68018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>
                <a:solidFill>
                  <a:srgbClr val="556272"/>
                </a:solidFill>
              </a:rPr>
            </a:br>
            <a:br>
              <a:rPr lang="en-US"/>
            </a:br>
            <a:r>
              <a:rPr lang="en-US">
                <a:solidFill>
                  <a:srgbClr val="556272"/>
                </a:solidFill>
              </a:rPr>
              <a:t>The </a:t>
            </a:r>
            <a:r>
              <a:rPr kumimoji="1" lang="en-US">
                <a:solidFill>
                  <a:srgbClr val="556272"/>
                </a:solidFill>
              </a:rPr>
              <a:t>Insufficiency of WER</a:t>
            </a:r>
            <a:endParaRPr lang="en-US"/>
          </a:p>
          <a:p>
            <a:endParaRPr lang="en-US"/>
          </a:p>
          <a:p>
            <a:endParaRPr lang="en-US">
              <a:latin typeface="Ubuntu Medium"/>
              <a:cs typeface="Times New Roman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CF67055-9767-747F-5182-D556DB33DC4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914446"/>
            <a:fld id="{03EB59E2-90B9-4CD3-AC74-D672227E13C3}" type="slidenum">
              <a:rPr lang="en-US">
                <a:solidFill>
                  <a:srgbClr val="556272"/>
                </a:solidFill>
                <a:latin typeface="Ubuntu"/>
              </a:rPr>
              <a:pPr defTabSz="914446"/>
              <a:t>5</a:t>
            </a:fld>
            <a:endParaRPr lang="en-US">
              <a:solidFill>
                <a:srgbClr val="556272"/>
              </a:solidFill>
              <a:latin typeface="Ubuntu"/>
            </a:endParaRPr>
          </a:p>
        </p:txBody>
      </p: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B62A60D7-3AF5-C5F9-E2CE-7210BF82142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9999"/>
              </a:lnSpc>
            </a:pPr>
            <a:r>
              <a:rPr lang="en-US" sz="1200">
                <a:solidFill>
                  <a:srgbClr val="0F1115"/>
                </a:solidFill>
                <a:latin typeface="Ubuntu Medium"/>
                <a:cs typeface="Times New Roman"/>
              </a:rPr>
              <a:t>The Problem: WER measures word correctness, not meaning preservation.</a:t>
            </a:r>
          </a:p>
          <a:p>
            <a:pPr>
              <a:lnSpc>
                <a:spcPct val="109999"/>
              </a:lnSpc>
            </a:pPr>
            <a:r>
              <a:rPr lang="en-US" sz="1200">
                <a:solidFill>
                  <a:srgbClr val="0F1115"/>
                </a:solidFill>
                <a:latin typeface="Ubuntu Medium"/>
                <a:cs typeface="Times New Roman"/>
              </a:rPr>
              <a:t>Example:</a:t>
            </a:r>
          </a:p>
          <a:p>
            <a:pPr>
              <a:lnSpc>
                <a:spcPct val="109999"/>
              </a:lnSpc>
            </a:pPr>
            <a:r>
              <a:rPr lang="en-US" sz="1200">
                <a:solidFill>
                  <a:srgbClr val="0F1115"/>
                </a:solidFill>
                <a:latin typeface="Ubuntu Medium"/>
                <a:cs typeface="Times New Roman"/>
              </a:rPr>
              <a:t>User Said: "it seems like some </a:t>
            </a:r>
            <a:r>
              <a:rPr lang="en-US" sz="1200" err="1">
                <a:solidFill>
                  <a:srgbClr val="0F1115"/>
                </a:solidFill>
                <a:latin typeface="Ubuntu Medium"/>
                <a:cs typeface="Times New Roman"/>
              </a:rPr>
              <a:t>some</a:t>
            </a:r>
            <a:r>
              <a:rPr lang="en-US" sz="1200">
                <a:solidFill>
                  <a:srgbClr val="0F1115"/>
                </a:solidFill>
                <a:latin typeface="Ubuntu Medium"/>
                <a:cs typeface="Times New Roman"/>
              </a:rPr>
              <a:t> fish or some seafood..."</a:t>
            </a:r>
          </a:p>
          <a:p>
            <a:pPr>
              <a:lnSpc>
                <a:spcPct val="109999"/>
              </a:lnSpc>
            </a:pPr>
            <a:r>
              <a:rPr lang="en-US" sz="1200">
                <a:solidFill>
                  <a:srgbClr val="0F1115"/>
                </a:solidFill>
                <a:latin typeface="Ubuntu Medium"/>
                <a:cs typeface="Times New Roman"/>
              </a:rPr>
              <a:t>Model Output: "It seems like some </a:t>
            </a:r>
            <a:r>
              <a:rPr lang="en-US" sz="1200" err="1">
                <a:solidFill>
                  <a:srgbClr val="0F1115"/>
                </a:solidFill>
                <a:latin typeface="Ubuntu Medium"/>
                <a:cs typeface="Times New Roman"/>
              </a:rPr>
              <a:t>some</a:t>
            </a:r>
            <a:r>
              <a:rPr lang="en-US" sz="1200">
                <a:solidFill>
                  <a:srgbClr val="0F1115"/>
                </a:solidFill>
                <a:latin typeface="Ubuntu Medium"/>
                <a:cs typeface="Times New Roman"/>
              </a:rPr>
              <a:t> face of some seafood..."</a:t>
            </a:r>
          </a:p>
          <a:p>
            <a:pPr>
              <a:lnSpc>
                <a:spcPct val="109999"/>
              </a:lnSpc>
            </a:pPr>
            <a:r>
              <a:rPr lang="en-US" sz="1200">
                <a:solidFill>
                  <a:srgbClr val="0F1115"/>
                </a:solidFill>
                <a:latin typeface="Ubuntu Medium"/>
                <a:cs typeface="Times New Roman"/>
              </a:rPr>
              <a:t>WER: 40% (seems moderate) | Meaning Preserved: 0% (nonsense)</a:t>
            </a:r>
          </a:p>
          <a:p>
            <a:pPr>
              <a:lnSpc>
                <a:spcPct val="109999"/>
              </a:lnSpc>
            </a:pPr>
            <a:r>
              <a:rPr lang="en-US" sz="1200">
                <a:solidFill>
                  <a:srgbClr val="0F1115"/>
                </a:solidFill>
                <a:latin typeface="Ubuntu Medium"/>
                <a:cs typeface="Times New Roman"/>
              </a:rPr>
              <a:t>Takeaway: We cannot trust WER alone for assistive technology. We must measure meaning.</a:t>
            </a:r>
          </a:p>
          <a:p>
            <a:pPr>
              <a:lnSpc>
                <a:spcPct val="109999"/>
              </a:lnSpc>
            </a:pPr>
            <a:endParaRPr lang="en-US" sz="1200">
              <a:solidFill>
                <a:srgbClr val="0F1115"/>
              </a:solidFill>
              <a:latin typeface="Ubuntu Medium"/>
              <a:cs typeface="Times New Roman"/>
            </a:endParaRPr>
          </a:p>
          <a:p>
            <a:pPr>
              <a:lnSpc>
                <a:spcPct val="120000"/>
              </a:lnSpc>
            </a:pPr>
            <a:endParaRPr lang="en-US" sz="1200">
              <a:solidFill>
                <a:srgbClr val="0F1115"/>
              </a:solidFill>
              <a:latin typeface="Ubuntu Medium"/>
              <a:cs typeface="Times New Roman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5B7103-274E-712E-551B-7FF9454C5FA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1200">
                <a:solidFill>
                  <a:srgbClr val="0F1115"/>
                </a:solidFill>
                <a:latin typeface="Ubuntu Medium"/>
              </a:rPr>
              <a:t>WER Is Not Enough: When Words Are Right But Meaning Is Lost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889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A3F67-BC7F-2422-838F-577C6208C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206FB-C479-7CCE-B76F-D708E45BC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>
                <a:solidFill>
                  <a:srgbClr val="556272"/>
                </a:solidFill>
                <a:ea typeface="+mj-lt"/>
                <a:cs typeface="+mj-lt"/>
              </a:rPr>
            </a:br>
            <a:r>
              <a:rPr lang="en-US">
                <a:solidFill>
                  <a:srgbClr val="556272"/>
                </a:solidFill>
                <a:ea typeface="+mj-lt"/>
                <a:cs typeface="+mj-lt"/>
              </a:rPr>
              <a:t>The Gold Standard: Measuring Meaning Preservation </a:t>
            </a:r>
            <a:br>
              <a:rPr lang="en-US">
                <a:solidFill>
                  <a:srgbClr val="556272"/>
                </a:solidFill>
                <a:ea typeface="+mj-lt"/>
                <a:cs typeface="+mj-lt"/>
              </a:rPr>
            </a:br>
            <a:r>
              <a:rPr lang="en-US">
                <a:solidFill>
                  <a:srgbClr val="556272"/>
                </a:solidFill>
                <a:ea typeface="+mj-lt"/>
                <a:cs typeface="+mj-lt"/>
              </a:rPr>
              <a:t>( </a:t>
            </a:r>
            <a:r>
              <a:rPr lang="en-US" err="1">
                <a:solidFill>
                  <a:srgbClr val="556272"/>
                </a:solidFill>
              </a:rPr>
              <a:t>LATTEScore</a:t>
            </a:r>
            <a:r>
              <a:rPr lang="en-US">
                <a:solidFill>
                  <a:srgbClr val="556272"/>
                </a:solidFill>
              </a:rPr>
              <a:t>)</a:t>
            </a:r>
            <a:endParaRPr lang="en-US">
              <a:solidFill>
                <a:srgbClr val="556272"/>
              </a:solidFill>
              <a:ea typeface="+mj-lt"/>
              <a:cs typeface="+mj-lt"/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D77313-C85A-5E91-EFDD-5B1D203B93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ABB02C-2D49-8BFF-9E15-FA099C1F8B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 b="1">
                <a:ea typeface="+mn-lt"/>
                <a:cs typeface="+mn-lt"/>
              </a:rPr>
              <a:t>Reference Text → [Sentence Encoder] → Embedding Vector → [Cosine Similarity] ← Embedding Vector ← [Sentence Encoder] ← Hypothesis Text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Output: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b="1" err="1">
                <a:ea typeface="+mn-lt"/>
                <a:cs typeface="+mn-lt"/>
              </a:rPr>
              <a:t>LATTEScore</a:t>
            </a:r>
            <a:r>
              <a:rPr lang="en-US" b="1">
                <a:ea typeface="+mn-lt"/>
                <a:cs typeface="+mn-lt"/>
              </a:rPr>
              <a:t> (0–100%) — Higher = Better</a:t>
            </a:r>
            <a:endParaRPr lang="en-US"/>
          </a:p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D23C5F-8E06-AFC7-F749-9C7A221FB0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100">
                <a:latin typeface="Ubuntu Medium"/>
              </a:rPr>
              <a:t>Implementation Workflow</a:t>
            </a:r>
            <a:endParaRPr lang="en-US">
              <a:latin typeface="Ubuntu Medium"/>
            </a:endParaRPr>
          </a:p>
        </p:txBody>
      </p:sp>
      <p:pic>
        <p:nvPicPr>
          <p:cNvPr id="25" name="Picture Placeholder 24" descr="Badge 1 outline">
            <a:extLst>
              <a:ext uri="{FF2B5EF4-FFF2-40B4-BE49-F238E27FC236}">
                <a16:creationId xmlns:a16="http://schemas.microsoft.com/office/drawing/2014/main" id="{FD44433F-E1C0-263D-6C51-64D0F6B08B58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456456" y="2285217"/>
            <a:ext cx="420000" cy="420065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05B0377-4513-2E63-2CC8-D5C18801E14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vert="horz" lIns="91440" tIns="45720" rIns="91440" bIns="45720" rtlCol="0" anchor="t">
            <a:normAutofit fontScale="55000" lnSpcReduction="20000"/>
          </a:bodyPr>
          <a:lstStyle/>
          <a:p>
            <a:pPr marL="285750" indent="-285750">
              <a:buFont typeface="Arial"/>
              <a:buChar char="•"/>
            </a:pPr>
            <a:r>
              <a:rPr lang="en-US" sz="1850" b="1">
                <a:ea typeface="+mn-lt"/>
                <a:cs typeface="+mn-lt"/>
              </a:rPr>
              <a:t>Scores of 80% or higher</a:t>
            </a:r>
            <a:r>
              <a:rPr lang="en-US" sz="1850">
                <a:ea typeface="+mn-lt"/>
                <a:cs typeface="+mn-lt"/>
              </a:rPr>
              <a:t> mean the model is performing well and is ready for real-world use.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850" b="1">
                <a:ea typeface="+mn-lt"/>
                <a:cs typeface="+mn-lt"/>
              </a:rPr>
              <a:t>Scores between 40% and 79%</a:t>
            </a:r>
            <a:r>
              <a:rPr lang="en-US" sz="1850">
                <a:ea typeface="+mn-lt"/>
                <a:cs typeface="+mn-lt"/>
              </a:rPr>
              <a:t> indicate moderate performance and show that the model still needs improvement.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850" b="1">
                <a:ea typeface="+mn-lt"/>
                <a:cs typeface="+mn-lt"/>
              </a:rPr>
              <a:t>Scores below 40%</a:t>
            </a:r>
            <a:r>
              <a:rPr lang="en-US" sz="1850">
                <a:ea typeface="+mn-lt"/>
                <a:cs typeface="+mn-lt"/>
              </a:rPr>
              <a:t> represent a critical failure where the model fundamentally misunderstands the user.</a:t>
            </a:r>
            <a:endParaRPr lang="en-US"/>
          </a:p>
          <a:p>
            <a:endParaRPr lang="en-US" sz="1850">
              <a:latin typeface="Ubuntu Medium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F6A826B-AB8C-E11A-40B6-2475DEEB30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sz="2100">
                <a:latin typeface="Ubuntu Medium"/>
              </a:rPr>
              <a:t>Implementation Workflow</a:t>
            </a:r>
            <a:endParaRPr lang="en-US">
              <a:latin typeface="Ubuntu Medium"/>
            </a:endParaRPr>
          </a:p>
        </p:txBody>
      </p:sp>
      <p:pic>
        <p:nvPicPr>
          <p:cNvPr id="26" name="Picture Placeholder 25" descr="Badge outline">
            <a:extLst>
              <a:ext uri="{FF2B5EF4-FFF2-40B4-BE49-F238E27FC236}">
                <a16:creationId xmlns:a16="http://schemas.microsoft.com/office/drawing/2014/main" id="{AB673E89-3901-96F4-5D9F-667C70830D46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89" r="189"/>
          <a:stretch/>
        </p:blipFill>
        <p:spPr>
          <a:xfrm>
            <a:off x="5884934" y="2285217"/>
            <a:ext cx="420000" cy="420065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285162A-B5DD-FB21-0B45-94F89709AE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300" b="1">
                <a:ea typeface="+mn-lt"/>
                <a:cs typeface="+mn-lt"/>
              </a:rPr>
              <a:t>This is the metric that truly matters for assistive communication.</a:t>
            </a:r>
            <a:br>
              <a:rPr lang="en-US" sz="1300" b="1">
                <a:ea typeface="+mn-lt"/>
                <a:cs typeface="+mn-lt"/>
              </a:rPr>
            </a:br>
            <a:r>
              <a:rPr lang="en-US" sz="1300" b="1">
                <a:ea typeface="+mn-lt"/>
                <a:cs typeface="+mn-lt"/>
              </a:rPr>
              <a:t> It measures </a:t>
            </a:r>
            <a:r>
              <a:rPr lang="en-US" sz="1300" i="1">
                <a:ea typeface="+mn-lt"/>
                <a:cs typeface="+mn-lt"/>
              </a:rPr>
              <a:t>meaning preservation</a:t>
            </a:r>
            <a:r>
              <a:rPr lang="en-US" sz="1300">
                <a:ea typeface="+mn-lt"/>
                <a:cs typeface="+mn-lt"/>
              </a:rPr>
              <a:t> — ensuring users are understood, not just transcribed accurately.</a:t>
            </a:r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23D93D6-C80F-6A80-A743-57F79AFFCCE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sz="2100">
                <a:latin typeface="Ubuntu Medium"/>
              </a:rPr>
              <a:t>Takeaway</a:t>
            </a:r>
            <a:endParaRPr lang="en-US">
              <a:latin typeface="Ubuntu Medium"/>
            </a:endParaRPr>
          </a:p>
        </p:txBody>
      </p:sp>
      <p:pic>
        <p:nvPicPr>
          <p:cNvPr id="27" name="Picture Placeholder 26" descr="Badge 3 outline">
            <a:extLst>
              <a:ext uri="{FF2B5EF4-FFF2-40B4-BE49-F238E27FC236}">
                <a16:creationId xmlns:a16="http://schemas.microsoft.com/office/drawing/2014/main" id="{C0D25181-DAFC-E766-EB4F-5BDC4998CAF8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9313414" y="2285217"/>
            <a:ext cx="420000" cy="420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462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タイトル 20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>
                <a:solidFill>
                  <a:srgbClr val="556272"/>
                </a:solidFill>
                <a:ea typeface="+mj-lt"/>
                <a:cs typeface="+mj-lt"/>
              </a:rPr>
              <a:t>Building Robust Models Through Data Augmentation</a:t>
            </a:r>
            <a:endParaRPr 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914446"/>
            <a:fld id="{03EB59E2-90B9-4CD3-AC74-D672227E13C3}" type="slidenum">
              <a:rPr lang="en-US">
                <a:solidFill>
                  <a:srgbClr val="556272"/>
                </a:solidFill>
                <a:latin typeface="Ubuntu"/>
              </a:rPr>
              <a:pPr defTabSz="914446"/>
              <a:t>7</a:t>
            </a:fld>
            <a:endParaRPr lang="en-US">
              <a:solidFill>
                <a:srgbClr val="556272"/>
              </a:solidFill>
              <a:latin typeface="Ubuntu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8C92DBCB-7533-4D81-F656-8B039DF3CD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3225" y="4797250"/>
            <a:ext cx="11996391" cy="1592462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300">
                <a:solidFill>
                  <a:srgbClr val="556272"/>
                </a:solidFill>
                <a:ea typeface="+mn-lt"/>
                <a:cs typeface="+mn-lt"/>
              </a:rPr>
              <a:t>Purpose: Simulate acoustic variations in non-standard speech to improve model generalization.</a:t>
            </a:r>
            <a:endParaRPr lang="en-US"/>
          </a:p>
          <a:p>
            <a:pPr>
              <a:lnSpc>
                <a:spcPct val="110000"/>
              </a:lnSpc>
            </a:pPr>
            <a:r>
              <a:rPr lang="en-US" sz="1300">
                <a:solidFill>
                  <a:srgbClr val="556272"/>
                </a:solidFill>
                <a:ea typeface="+mn-lt"/>
                <a:cs typeface="+mn-lt"/>
              </a:rPr>
              <a:t>Visual: Side-by-side English and Swahili Waveform &amp; Spectrogram graphs.</a:t>
            </a:r>
            <a:endParaRPr lang="en-US"/>
          </a:p>
          <a:p>
            <a:pPr>
              <a:lnSpc>
                <a:spcPct val="110000"/>
              </a:lnSpc>
            </a:pPr>
            <a:r>
              <a:rPr lang="en-US" sz="1300">
                <a:solidFill>
                  <a:srgbClr val="556272"/>
                </a:solidFill>
                <a:ea typeface="+mn-lt"/>
                <a:cs typeface="+mn-lt"/>
              </a:rPr>
              <a:t>Augmentation Parameters:</a:t>
            </a:r>
            <a:endParaRPr lang="en-US"/>
          </a:p>
          <a:p>
            <a:pPr>
              <a:lnSpc>
                <a:spcPct val="110000"/>
              </a:lnSpc>
            </a:pPr>
            <a:r>
              <a:rPr lang="en-US" sz="1300">
                <a:solidFill>
                  <a:srgbClr val="556272"/>
                </a:solidFill>
                <a:ea typeface="+mn-lt"/>
                <a:cs typeface="+mn-lt"/>
              </a:rPr>
              <a:t>English: Pitch Shift: -1, Time Stretch: 0.8x (Compression)</a:t>
            </a:r>
            <a:endParaRPr lang="en-US"/>
          </a:p>
          <a:p>
            <a:pPr>
              <a:lnSpc>
                <a:spcPct val="110000"/>
              </a:lnSpc>
            </a:pPr>
            <a:r>
              <a:rPr lang="en-US" sz="1300">
                <a:solidFill>
                  <a:srgbClr val="556272"/>
                </a:solidFill>
                <a:ea typeface="+mn-lt"/>
                <a:cs typeface="+mn-lt"/>
              </a:rPr>
              <a:t>Swahili: Pitch Shift: -1, Time Stretch: 1.1x (Expansion)</a:t>
            </a:r>
            <a:endParaRPr lang="en-US"/>
          </a:p>
          <a:p>
            <a:pPr>
              <a:lnSpc>
                <a:spcPct val="110000"/>
              </a:lnSpc>
            </a:pPr>
            <a:r>
              <a:rPr lang="en-US" sz="1300">
                <a:solidFill>
                  <a:srgbClr val="556272"/>
                </a:solidFill>
                <a:ea typeface="+mn-lt"/>
                <a:cs typeface="+mn-lt"/>
              </a:rPr>
              <a:t>Technical Impact: Forces models to learn invariant speech patterns, crucial for handling impaired speech.</a:t>
            </a:r>
            <a:endParaRPr lang="en-US"/>
          </a:p>
          <a:p>
            <a:endParaRPr lang="en-US" sz="1300"/>
          </a:p>
        </p:txBody>
      </p:sp>
      <p:sp>
        <p:nvSpPr>
          <p:cNvPr id="28" name="テキスト プレースホルダー 27"/>
          <p:cNvSpPr>
            <a:spLocks noGrp="1"/>
          </p:cNvSpPr>
          <p:nvPr>
            <p:ph type="body" sz="quarter" idx="4294967295"/>
          </p:nvPr>
        </p:nvSpPr>
        <p:spPr>
          <a:xfrm>
            <a:off x="9315450" y="2305050"/>
            <a:ext cx="2876550" cy="498475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altLang="ja-JP" sz="1300"/>
          </a:p>
          <a:p>
            <a:endParaRPr lang="en-US" altLang="ja-JP" sz="1300"/>
          </a:p>
        </p:txBody>
      </p:sp>
      <p:pic>
        <p:nvPicPr>
          <p:cNvPr id="31" name="Picture 30" descr="A graph of a sound wave&#10;&#10;AI-generated content may be incorrect.">
            <a:extLst>
              <a:ext uri="{FF2B5EF4-FFF2-40B4-BE49-F238E27FC236}">
                <a16:creationId xmlns:a16="http://schemas.microsoft.com/office/drawing/2014/main" id="{A28827F4-5250-D4A7-E78D-2D83EBF05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0748" y="1076632"/>
            <a:ext cx="5943600" cy="1828800"/>
          </a:xfrm>
          <a:prstGeom prst="rect">
            <a:avLst/>
          </a:prstGeom>
        </p:spPr>
      </p:pic>
      <p:pic>
        <p:nvPicPr>
          <p:cNvPr id="32" name="Picture 31" descr="A screen shot of a screen&#10;&#10;AI-generated content may be incorrect.">
            <a:extLst>
              <a:ext uri="{FF2B5EF4-FFF2-40B4-BE49-F238E27FC236}">
                <a16:creationId xmlns:a16="http://schemas.microsoft.com/office/drawing/2014/main" id="{86361DA0-50F7-887C-5D5B-27A51851E8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0748" y="2894831"/>
            <a:ext cx="5943600" cy="1781175"/>
          </a:xfrm>
          <a:prstGeom prst="rect">
            <a:avLst/>
          </a:prstGeom>
        </p:spPr>
      </p:pic>
      <p:pic>
        <p:nvPicPr>
          <p:cNvPr id="33" name="Picture 32" descr="A blue and orange sound waves&#10;&#10;AI-generated content may be incorrect.">
            <a:extLst>
              <a:ext uri="{FF2B5EF4-FFF2-40B4-BE49-F238E27FC236}">
                <a16:creationId xmlns:a16="http://schemas.microsoft.com/office/drawing/2014/main" id="{9D00DFD6-A8C3-927D-7A5E-2265FBF793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" y="1081395"/>
            <a:ext cx="5943600" cy="1819275"/>
          </a:xfrm>
          <a:prstGeom prst="rect">
            <a:avLst/>
          </a:prstGeom>
        </p:spPr>
      </p:pic>
      <p:pic>
        <p:nvPicPr>
          <p:cNvPr id="34" name="Picture 33" descr="A close-up of a sample&#10;&#10;AI-generated content may be incorrect.">
            <a:extLst>
              <a:ext uri="{FF2B5EF4-FFF2-40B4-BE49-F238E27FC236}">
                <a16:creationId xmlns:a16="http://schemas.microsoft.com/office/drawing/2014/main" id="{6170BA6C-9DFF-6F89-44E1-E504EFB808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" y="2792054"/>
            <a:ext cx="5943600" cy="196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519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8613B-46D9-170B-13BC-B1E88B136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831B3209-1FE8-06DC-7655-157CC161C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kumimoji="1" lang="en-US">
                <a:solidFill>
                  <a:srgbClr val="556272"/>
                </a:solidFill>
              </a:rPr>
            </a:br>
            <a:r>
              <a:rPr kumimoji="1" lang="en-US">
                <a:solidFill>
                  <a:srgbClr val="556272"/>
                </a:solidFill>
              </a:rPr>
              <a:t>Key Finding 1 - Language &amp; Model Performance</a:t>
            </a:r>
            <a:endParaRPr lang="en-US"/>
          </a:p>
          <a:p>
            <a:endParaRPr lang="en-US">
              <a:latin typeface="Ubuntu Medium"/>
              <a:cs typeface="Times New Roman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F81CE18-4BF8-DCF7-055C-C3B61469D2A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914446"/>
            <a:fld id="{03EB59E2-90B9-4CD3-AC74-D672227E13C3}" type="slidenum">
              <a:rPr lang="en-US">
                <a:solidFill>
                  <a:srgbClr val="556272"/>
                </a:solidFill>
                <a:latin typeface="Ubuntu"/>
              </a:rPr>
              <a:pPr defTabSz="914446"/>
              <a:t>8</a:t>
            </a:fld>
            <a:endParaRPr lang="en-US">
              <a:solidFill>
                <a:srgbClr val="556272"/>
              </a:solidFill>
              <a:latin typeface="Ubuntu"/>
            </a:endParaRPr>
          </a:p>
        </p:txBody>
      </p: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194D3C08-CC8B-743F-0DFA-3D17A06259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>
                <a:solidFill>
                  <a:srgbClr val="556272"/>
                </a:solidFill>
                <a:latin typeface="Ubuntu Medium"/>
                <a:cs typeface="Times New Roman"/>
              </a:rPr>
              <a:t>Swahili Models Preserve Dramatically Less Meaning</a:t>
            </a:r>
            <a:endParaRPr lang="en-US"/>
          </a:p>
        </p:txBody>
      </p:sp>
      <p:pic>
        <p:nvPicPr>
          <p:cNvPr id="2" name="Picture 1" descr="A screenshot of a graph&#10;&#10;AI-generated content may be incorrect.">
            <a:extLst>
              <a:ext uri="{FF2B5EF4-FFF2-40B4-BE49-F238E27FC236}">
                <a16:creationId xmlns:a16="http://schemas.microsoft.com/office/drawing/2014/main" id="{362C7ACB-0885-95B1-48E5-D79195B32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6040" y="3239576"/>
            <a:ext cx="8782050" cy="288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179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F0D55-65A1-8386-EA20-151E52771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DBAFB975-E2E2-B1B6-6614-E4528D68D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kumimoji="1" lang="en-US">
                <a:solidFill>
                  <a:srgbClr val="556272"/>
                </a:solidFill>
              </a:rPr>
            </a:br>
            <a:r>
              <a:rPr kumimoji="1" lang="en-US">
                <a:solidFill>
                  <a:srgbClr val="556272"/>
                </a:solidFill>
              </a:rPr>
              <a:t>Key Finding 2 - The Severity Gap</a:t>
            </a:r>
            <a:endParaRPr lang="en-US"/>
          </a:p>
          <a:p>
            <a:endParaRPr lang="en-US">
              <a:latin typeface="Ubuntu Medium"/>
              <a:cs typeface="Times New Roman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EDFE5DB-93B0-FE2B-5753-B094C467AB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914446"/>
            <a:fld id="{03EB59E2-90B9-4CD3-AC74-D672227E13C3}" type="slidenum">
              <a:rPr lang="en-US">
                <a:solidFill>
                  <a:srgbClr val="556272"/>
                </a:solidFill>
                <a:latin typeface="Ubuntu"/>
              </a:rPr>
              <a:pPr defTabSz="914446"/>
              <a:t>9</a:t>
            </a:fld>
            <a:endParaRPr lang="en-US">
              <a:solidFill>
                <a:srgbClr val="556272"/>
              </a:solidFill>
              <a:latin typeface="Ubuntu"/>
            </a:endParaRPr>
          </a:p>
        </p:txBody>
      </p: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F5347633-568D-70C4-3D6F-FF1CD531C2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>
                <a:solidFill>
                  <a:srgbClr val="556272"/>
                </a:solidFill>
                <a:latin typeface="Ubuntu Medium"/>
                <a:cs typeface="Times New Roman"/>
              </a:rPr>
              <a:t>Performance Decreases as Severity Increases (English)</a:t>
            </a:r>
            <a:endParaRPr lang="en-US"/>
          </a:p>
        </p:txBody>
      </p:sp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0C29B368-DE22-914C-41F9-E0669E634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411" y="3158457"/>
            <a:ext cx="8991600" cy="356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3887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442D3-A14F-351E-A320-DE952A8BB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4B38ED77-C301-BFA5-13D9-74ADC1D7A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kumimoji="1" lang="en-US">
                <a:solidFill>
                  <a:srgbClr val="556272"/>
                </a:solidFill>
              </a:rPr>
            </a:br>
            <a:r>
              <a:rPr kumimoji="1" lang="en-US">
                <a:solidFill>
                  <a:srgbClr val="556272"/>
                </a:solidFill>
              </a:rPr>
              <a:t>Key Finding 2 - The Severity Gap</a:t>
            </a:r>
            <a:endParaRPr lang="en-US"/>
          </a:p>
          <a:p>
            <a:endParaRPr lang="en-US">
              <a:latin typeface="Ubuntu Medium"/>
              <a:cs typeface="Times New Roman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C72B0D6-2F33-F1C3-E374-1AF7C711258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914446"/>
            <a:fld id="{03EB59E2-90B9-4CD3-AC74-D672227E13C3}" type="slidenum">
              <a:rPr lang="en-US">
                <a:solidFill>
                  <a:srgbClr val="556272"/>
                </a:solidFill>
                <a:latin typeface="Ubuntu"/>
              </a:rPr>
              <a:pPr defTabSz="914446"/>
              <a:t>10</a:t>
            </a:fld>
            <a:endParaRPr lang="en-US">
              <a:solidFill>
                <a:srgbClr val="556272"/>
              </a:solidFill>
              <a:latin typeface="Ubuntu"/>
            </a:endParaRPr>
          </a:p>
        </p:txBody>
      </p: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10BEBC80-5FC4-C8FD-F298-CBBEA63337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>
                <a:solidFill>
                  <a:srgbClr val="556272"/>
                </a:solidFill>
                <a:latin typeface="Ubuntu Medium"/>
                <a:cs typeface="Times New Roman"/>
              </a:rPr>
              <a:t>Supporting Data Table (English Small Model):</a:t>
            </a:r>
            <a:endParaRPr lang="en-US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7BF7CB0-6558-DC44-1820-5DC992CAA9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6109221"/>
              </p:ext>
            </p:extLst>
          </p:nvPr>
        </p:nvGraphicFramePr>
        <p:xfrm>
          <a:off x="2129725" y="3559368"/>
          <a:ext cx="5943600" cy="113411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485900">
                  <a:extLst>
                    <a:ext uri="{9D8B030D-6E8A-4147-A177-3AD203B41FA5}">
                      <a16:colId xmlns:a16="http://schemas.microsoft.com/office/drawing/2014/main" val="3013987512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3445633340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930561131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80554331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1">
                          <a:effectLst/>
                          <a:latin typeface="Aptos" panose="020B0004020202020204" pitchFamily="34" charset="0"/>
                        </a:rPr>
                        <a:t>Severity Level</a:t>
                      </a: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1">
                          <a:effectLst/>
                          <a:latin typeface="Aptos" panose="020B0004020202020204" pitchFamily="34" charset="0"/>
                        </a:rPr>
                        <a:t>Word Accuracy</a:t>
                      </a: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1">
                          <a:effectLst/>
                          <a:latin typeface="Aptos" panose="020B0004020202020204" pitchFamily="34" charset="0"/>
                        </a:rPr>
                        <a:t>LATTEScore</a:t>
                      </a: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1">
                          <a:effectLst/>
                          <a:latin typeface="Aptos" panose="020B0004020202020204" pitchFamily="34" charset="0"/>
                        </a:rPr>
                        <a:t>Performance Drop</a:t>
                      </a: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702753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Mild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94%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88%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Baseline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778551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Moderate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68%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75%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–13%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644737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Severe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73%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65%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–23%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45517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6014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50A22-F306-D841-CBF9-5EE617C0E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17C45B29-99A3-343E-4BBD-5ED4CB44E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kumimoji="1" lang="en-US">
                <a:solidFill>
                  <a:srgbClr val="556272"/>
                </a:solidFill>
              </a:rPr>
            </a:br>
            <a:r>
              <a:rPr kumimoji="1" lang="en-US">
                <a:solidFill>
                  <a:srgbClr val="556272"/>
                </a:solidFill>
              </a:rPr>
              <a:t>Key Finding 3 - The Condition Equity Gap</a:t>
            </a:r>
            <a:endParaRPr lang="en-US"/>
          </a:p>
          <a:p>
            <a:endParaRPr lang="en-US">
              <a:latin typeface="Ubuntu Medium"/>
              <a:cs typeface="Times New Roman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1CD0FE8-6052-209F-71DD-2FF10951210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914446"/>
            <a:fld id="{03EB59E2-90B9-4CD3-AC74-D672227E13C3}" type="slidenum">
              <a:rPr lang="en-US">
                <a:solidFill>
                  <a:srgbClr val="556272"/>
                </a:solidFill>
                <a:latin typeface="Ubuntu"/>
              </a:rPr>
              <a:pPr defTabSz="914446"/>
              <a:t>11</a:t>
            </a:fld>
            <a:endParaRPr lang="en-US">
              <a:solidFill>
                <a:srgbClr val="556272"/>
              </a:solidFill>
              <a:latin typeface="Ubuntu"/>
            </a:endParaRPr>
          </a:p>
        </p:txBody>
      </p: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615C69DD-168A-37D0-B4AE-455A2F9EF5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>
                <a:solidFill>
                  <a:srgbClr val="556272"/>
                </a:solidFill>
                <a:latin typeface="Ubuntu Medium"/>
                <a:cs typeface="Times New Roman"/>
              </a:rPr>
              <a:t>Etiology is a Major Predictor of Performance</a:t>
            </a:r>
            <a:endParaRPr lang="en-US"/>
          </a:p>
        </p:txBody>
      </p:sp>
      <p:pic>
        <p:nvPicPr>
          <p:cNvPr id="2" name="Picture 1" descr="A screenshot of a graph&#10;&#10;AI-generated content may be incorrect.">
            <a:extLst>
              <a:ext uri="{FF2B5EF4-FFF2-40B4-BE49-F238E27FC236}">
                <a16:creationId xmlns:a16="http://schemas.microsoft.com/office/drawing/2014/main" id="{0BD5F0C4-2F79-8DED-B825-097D6C3FC6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1326" y="3182102"/>
            <a:ext cx="8534400" cy="338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5979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24184-D25C-8B75-F409-AB841D993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4B782173-BDCD-9C9D-7490-E783FD686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kumimoji="1" lang="en-US">
                <a:solidFill>
                  <a:srgbClr val="556272"/>
                </a:solidFill>
              </a:rPr>
            </a:br>
            <a:r>
              <a:rPr kumimoji="1" lang="en-US">
                <a:solidFill>
                  <a:srgbClr val="556272"/>
                </a:solidFill>
              </a:rPr>
              <a:t>Key Finding 3 - The Condition Equity Gap</a:t>
            </a:r>
            <a:endParaRPr lang="en-US"/>
          </a:p>
          <a:p>
            <a:endParaRPr lang="en-US">
              <a:latin typeface="Ubuntu Medium"/>
              <a:cs typeface="Times New Roman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2477B57-6E3C-B9C6-4C0F-8C2D30C8F18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914446"/>
            <a:fld id="{03EB59E2-90B9-4CD3-AC74-D672227E13C3}" type="slidenum">
              <a:rPr lang="en-US">
                <a:solidFill>
                  <a:srgbClr val="556272"/>
                </a:solidFill>
                <a:latin typeface="Ubuntu"/>
              </a:rPr>
              <a:pPr defTabSz="914446"/>
              <a:t>12</a:t>
            </a:fld>
            <a:endParaRPr lang="en-US">
              <a:solidFill>
                <a:srgbClr val="556272"/>
              </a:solidFill>
              <a:latin typeface="Ubuntu"/>
            </a:endParaRPr>
          </a:p>
        </p:txBody>
      </p: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58E194B7-EC51-7D19-6D6B-48E0ADCFAA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>
                <a:solidFill>
                  <a:srgbClr val="556272"/>
                </a:solidFill>
                <a:latin typeface="Ubuntu Medium"/>
                <a:cs typeface="Times New Roman"/>
              </a:rPr>
              <a:t>Supporting Data Table (Estimated from Model Trends):</a:t>
            </a:r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0003226-3A4F-FFB1-E88C-8AC53B3FE6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741865"/>
              </p:ext>
            </p:extLst>
          </p:nvPr>
        </p:nvGraphicFramePr>
        <p:xfrm>
          <a:off x="2129725" y="3253150"/>
          <a:ext cx="5943600" cy="18240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485900">
                  <a:extLst>
                    <a:ext uri="{9D8B030D-6E8A-4147-A177-3AD203B41FA5}">
                      <a16:colId xmlns:a16="http://schemas.microsoft.com/office/drawing/2014/main" val="2209151871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931620573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313859075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717710742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1">
                          <a:effectLst/>
                          <a:latin typeface="Aptos" panose="020B0004020202020204" pitchFamily="34" charset="0"/>
                        </a:rPr>
                        <a:t>Medical Condition</a:t>
                      </a: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1">
                          <a:effectLst/>
                          <a:latin typeface="Aptos" panose="020B0004020202020204" pitchFamily="34" charset="0"/>
                        </a:rPr>
                        <a:t>Estimated WER</a:t>
                      </a: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1">
                          <a:effectLst/>
                          <a:latin typeface="Aptos" panose="020B0004020202020204" pitchFamily="34" charset="0"/>
                        </a:rPr>
                        <a:t>Estimated LATTEScore</a:t>
                      </a: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1">
                          <a:effectLst/>
                          <a:latin typeface="Aptos" panose="020B0004020202020204" pitchFamily="34" charset="0"/>
                        </a:rPr>
                        <a:t>Equity Gap</a:t>
                      </a: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704686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Parkinson’s Disease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15–18%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75–80%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Baseline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832534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Neurodevelopmental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20–25%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65–75%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–5 to –15%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970227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Cerebral Palsy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25–30%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60–65%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–15 to –20%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5041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Multiple Sclerosis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30–35%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55–60%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–20 to –25%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74560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24925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kumimoji="1" lang="en-US">
                <a:solidFill>
                  <a:srgbClr val="556272"/>
                </a:solidFill>
              </a:rPr>
            </a:br>
            <a:r>
              <a:rPr kumimoji="1" lang="en-US">
                <a:solidFill>
                  <a:srgbClr val="556272"/>
                </a:solidFill>
              </a:rPr>
              <a:t>Overall Performance</a:t>
            </a:r>
            <a:endParaRPr lang="en-US"/>
          </a:p>
          <a:p>
            <a:endParaRPr lang="en-US">
              <a:latin typeface="Ubuntu Medium"/>
              <a:cs typeface="Times New Roman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914446"/>
            <a:fld id="{03EB59E2-90B9-4CD3-AC74-D672227E13C3}" type="slidenum">
              <a:rPr lang="en-US">
                <a:solidFill>
                  <a:srgbClr val="556272"/>
                </a:solidFill>
                <a:latin typeface="Ubuntu"/>
              </a:rPr>
              <a:pPr defTabSz="914446"/>
              <a:t>13</a:t>
            </a:fld>
            <a:endParaRPr lang="en-US">
              <a:solidFill>
                <a:srgbClr val="556272"/>
              </a:solidFill>
              <a:latin typeface="Ubuntu"/>
            </a:endParaRPr>
          </a:p>
        </p:txBody>
      </p:sp>
      <p:sp>
        <p:nvSpPr>
          <p:cNvPr id="9" name="テキスト プレースホルダー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>
                <a:solidFill>
                  <a:srgbClr val="556272"/>
                </a:solidFill>
                <a:latin typeface="Ubuntu Medium"/>
                <a:cs typeface="Times New Roman"/>
              </a:rPr>
              <a:t>Performance Table (Test Set)</a:t>
            </a:r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831A3F9-602C-177A-AECD-AEFBF84BB3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822205"/>
              </p:ext>
            </p:extLst>
          </p:nvPr>
        </p:nvGraphicFramePr>
        <p:xfrm>
          <a:off x="2129725" y="3426214"/>
          <a:ext cx="5943600" cy="24336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1392072048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3967817537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360545568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584948075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3523730764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3745578716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1">
                          <a:effectLst/>
                          <a:latin typeface="Aptos" panose="020B0004020202020204" pitchFamily="34" charset="0"/>
                        </a:rPr>
                        <a:t>Model</a:t>
                      </a: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1">
                          <a:effectLst/>
                          <a:latin typeface="Aptos" panose="020B0004020202020204" pitchFamily="34" charset="0"/>
                        </a:rPr>
                        <a:t>Language</a:t>
                      </a: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1">
                          <a:effectLst/>
                          <a:latin typeface="Aptos" panose="020B0004020202020204" pitchFamily="34" charset="0"/>
                        </a:rPr>
                        <a:t>WER</a:t>
                      </a: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1">
                          <a:effectLst/>
                          <a:latin typeface="Aptos" panose="020B0004020202020204" pitchFamily="34" charset="0"/>
                        </a:rPr>
                        <a:t>CER</a:t>
                      </a: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1">
                          <a:effectLst/>
                          <a:latin typeface="Aptos" panose="020B0004020202020204" pitchFamily="34" charset="0"/>
                        </a:rPr>
                        <a:t>Word Accuracy</a:t>
                      </a: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1">
                          <a:effectLst/>
                          <a:latin typeface="Aptos" panose="020B0004020202020204" pitchFamily="34" charset="0"/>
                        </a:rPr>
                        <a:t>LATTEScore</a:t>
                      </a: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502371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Whisper-Large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English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10.7%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5.7%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89.3%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80.9%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79838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Whisper-Small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English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19.7%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11.7%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80.3%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69.3%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25132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Whisper-Small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Swahili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34.1%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13.6%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65.9%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39.4%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98922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Whisper-Large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Swahili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41.6%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15.3%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58.4%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22.0% </a:t>
                      </a:r>
                      <a:endParaRPr lang="en-US">
                        <a:effectLst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3004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12820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C4C3E-CFBC-0CA8-9EAE-48A78A1FD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D18A6F41-70BF-9E63-2501-7D6C19B68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Conclusion</a:t>
            </a:r>
          </a:p>
          <a:p>
            <a:endParaRPr lang="en-US"/>
          </a:p>
          <a:p>
            <a:endParaRPr lang="en-US"/>
          </a:p>
          <a:p>
            <a:endParaRPr lang="en-US">
              <a:latin typeface="Ubuntu Medium"/>
              <a:cs typeface="Times New Roman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C52314D-69F3-218C-D752-DA4D8AC6F22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914446"/>
            <a:fld id="{03EB59E2-90B9-4CD3-AC74-D672227E13C3}" type="slidenum">
              <a:rPr lang="en-US">
                <a:solidFill>
                  <a:srgbClr val="556272"/>
                </a:solidFill>
                <a:latin typeface="Ubuntu"/>
              </a:rPr>
              <a:pPr defTabSz="914446"/>
              <a:t>14</a:t>
            </a:fld>
            <a:endParaRPr lang="en-US">
              <a:solidFill>
                <a:srgbClr val="556272"/>
              </a:solidFill>
              <a:latin typeface="Ubuntu"/>
            </a:endParaRPr>
          </a:p>
        </p:txBody>
      </p: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E61E767E-05F8-28AB-266B-0DD14DB2EF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kumimoji="1" lang="en-US" sz="1300">
                <a:solidFill>
                  <a:srgbClr val="556272"/>
                </a:solidFill>
                <a:latin typeface="Ubuntu Medium"/>
                <a:cs typeface="Times New Roman"/>
              </a:rPr>
              <a:t>Building Technology that Serves Everyone, Our analysis provides a clear, data-driven equity agenda.</a:t>
            </a:r>
            <a:endParaRPr kumimoji="1" lang="en-US" sz="1300">
              <a:solidFill>
                <a:srgbClr val="556272"/>
              </a:solidFill>
              <a:latin typeface="Ubuntu"/>
              <a:cs typeface="Times New Roman"/>
            </a:endParaRPr>
          </a:p>
          <a:p>
            <a:r>
              <a:rPr kumimoji="1" lang="en-US" sz="1300">
                <a:solidFill>
                  <a:srgbClr val="556272"/>
                </a:solidFill>
                <a:latin typeface="Ubuntu Medium"/>
                <a:cs typeface="Times New Roman"/>
              </a:rPr>
              <a:t>We must move beyond simple transcription (WER) to true understanding (</a:t>
            </a:r>
            <a:r>
              <a:rPr kumimoji="1" lang="en-US" sz="1300" err="1">
                <a:solidFill>
                  <a:srgbClr val="556272"/>
                </a:solidFill>
                <a:latin typeface="Ubuntu Medium"/>
                <a:cs typeface="Times New Roman"/>
              </a:rPr>
              <a:t>LATTEScore</a:t>
            </a:r>
            <a:r>
              <a:rPr kumimoji="1" lang="en-US" sz="1300">
                <a:solidFill>
                  <a:srgbClr val="556272"/>
                </a:solidFill>
                <a:latin typeface="Ubuntu Medium"/>
                <a:cs typeface="Times New Roman"/>
              </a:rPr>
              <a:t>).</a:t>
            </a:r>
            <a:endParaRPr kumimoji="1" lang="en-US"/>
          </a:p>
          <a:p>
            <a:r>
              <a:rPr kumimoji="1" lang="en-US" sz="1300">
                <a:solidFill>
                  <a:srgbClr val="556272"/>
                </a:solidFill>
                <a:latin typeface="Ubuntu Medium"/>
                <a:cs typeface="Times New Roman"/>
              </a:rPr>
              <a:t>Current models risk excluding users with specific conditions and languages.</a:t>
            </a:r>
            <a:endParaRPr kumimoji="1" lang="en-US"/>
          </a:p>
          <a:p>
            <a:endParaRPr lang="en-US" sz="1300">
              <a:latin typeface="Ubuntu Medium"/>
              <a:cs typeface="Times New Roman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96025E0-58CC-9B62-4998-65AD51DEAF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>
                <a:latin typeface="Ubuntu Medium"/>
              </a:rPr>
              <a:t>Building Technology that Serves Everyone, Equitably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8747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C6DAC-4540-E229-A04D-B753A6F235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41524" y="2703303"/>
            <a:ext cx="3277810" cy="718458"/>
          </a:xfrm>
        </p:spPr>
        <p:txBody>
          <a:bodyPr/>
          <a:lstStyle/>
          <a:p>
            <a:pPr algn="l"/>
            <a:r>
              <a:rPr lang="nl-NL" sz="2000" err="1">
                <a:latin typeface="Ubuntu"/>
                <a:ea typeface="Calibri Light"/>
                <a:cs typeface="Calibri Light"/>
              </a:rPr>
              <a:t>Thank</a:t>
            </a:r>
            <a:r>
              <a:rPr lang="nl-NL" sz="2000">
                <a:latin typeface="Ubuntu"/>
                <a:ea typeface="Calibri Light"/>
                <a:cs typeface="Calibri Light"/>
              </a:rPr>
              <a:t> </a:t>
            </a:r>
            <a:r>
              <a:rPr lang="nl-NL" sz="2000" err="1">
                <a:latin typeface="Ubuntu"/>
                <a:ea typeface="Calibri Light"/>
                <a:cs typeface="Calibri Light"/>
              </a:rPr>
              <a:t>You</a:t>
            </a:r>
            <a:r>
              <a:rPr lang="nl-NL" sz="2000">
                <a:latin typeface="Ubuntu"/>
                <a:ea typeface="Calibri Light"/>
                <a:cs typeface="Calibri Light"/>
              </a:rPr>
              <a:t>!</a:t>
            </a:r>
          </a:p>
        </p:txBody>
      </p:sp>
      <p:pic>
        <p:nvPicPr>
          <p:cNvPr id="1028" name="Picture 4" descr="Image result for hang in there meme | Hang in there cat, Baby cats, Cats">
            <a:extLst>
              <a:ext uri="{FF2B5EF4-FFF2-40B4-BE49-F238E27FC236}">
                <a16:creationId xmlns:a16="http://schemas.microsoft.com/office/drawing/2014/main" id="{B0F23DF3-7609-9AF1-446C-E9380393F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1648" y="-20638"/>
            <a:ext cx="4910352" cy="6878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57084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Arcturus - Free Layout">
  <a:themeElements>
    <a:clrScheme name="Arcturus">
      <a:dk1>
        <a:srgbClr val="3B3B3B"/>
      </a:dk1>
      <a:lt1>
        <a:sysClr val="window" lastClr="FFFFFF"/>
      </a:lt1>
      <a:dk2>
        <a:srgbClr val="556272"/>
      </a:dk2>
      <a:lt2>
        <a:srgbClr val="EEECE1"/>
      </a:lt2>
      <a:accent1>
        <a:srgbClr val="4ECDC4"/>
      </a:accent1>
      <a:accent2>
        <a:srgbClr val="A3E511"/>
      </a:accent2>
      <a:accent3>
        <a:srgbClr val="FF6B6B"/>
      </a:accent3>
      <a:accent4>
        <a:srgbClr val="C54D57"/>
      </a:accent4>
      <a:accent5>
        <a:srgbClr val="1694B2"/>
      </a:accent5>
      <a:accent6>
        <a:srgbClr val="EABD00"/>
      </a:accent6>
      <a:hlink>
        <a:srgbClr val="4ECDC4"/>
      </a:hlink>
      <a:folHlink>
        <a:srgbClr val="2EA59D"/>
      </a:folHlink>
    </a:clrScheme>
    <a:fontScheme name="Arcturus">
      <a:majorFont>
        <a:latin typeface="Ubuntu Medium"/>
        <a:ea typeface="Spica Neue P Light"/>
        <a:cs typeface=""/>
      </a:majorFont>
      <a:minorFont>
        <a:latin typeface="Ubuntu"/>
        <a:ea typeface="Spica Neue P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Arcturus - Content">
  <a:themeElements>
    <a:clrScheme name="Arcturus">
      <a:dk1>
        <a:srgbClr val="3B3B3B"/>
      </a:dk1>
      <a:lt1>
        <a:sysClr val="window" lastClr="FFFFFF"/>
      </a:lt1>
      <a:dk2>
        <a:srgbClr val="556272"/>
      </a:dk2>
      <a:lt2>
        <a:srgbClr val="EEECE1"/>
      </a:lt2>
      <a:accent1>
        <a:srgbClr val="4ECDC4"/>
      </a:accent1>
      <a:accent2>
        <a:srgbClr val="A3E511"/>
      </a:accent2>
      <a:accent3>
        <a:srgbClr val="FF6B6B"/>
      </a:accent3>
      <a:accent4>
        <a:srgbClr val="C54D57"/>
      </a:accent4>
      <a:accent5>
        <a:srgbClr val="1694B2"/>
      </a:accent5>
      <a:accent6>
        <a:srgbClr val="EABD00"/>
      </a:accent6>
      <a:hlink>
        <a:srgbClr val="4ECDC4"/>
      </a:hlink>
      <a:folHlink>
        <a:srgbClr val="2EA59D"/>
      </a:folHlink>
    </a:clrScheme>
    <a:fontScheme name="Arcturus">
      <a:majorFont>
        <a:latin typeface="Ubuntu Medium"/>
        <a:ea typeface="Spica Neue P Light"/>
        <a:cs typeface=""/>
      </a:majorFont>
      <a:minorFont>
        <a:latin typeface="Ubuntu"/>
        <a:ea typeface="Spica Neue P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2">
              <a:lumMod val="60000"/>
              <a:lumOff val="4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Arcturus - Content - No Header">
  <a:themeElements>
    <a:clrScheme name="Arcturus">
      <a:dk1>
        <a:srgbClr val="3B3B3B"/>
      </a:dk1>
      <a:lt1>
        <a:sysClr val="window" lastClr="FFFFFF"/>
      </a:lt1>
      <a:dk2>
        <a:srgbClr val="556272"/>
      </a:dk2>
      <a:lt2>
        <a:srgbClr val="EEECE1"/>
      </a:lt2>
      <a:accent1>
        <a:srgbClr val="4ECDC4"/>
      </a:accent1>
      <a:accent2>
        <a:srgbClr val="A3E511"/>
      </a:accent2>
      <a:accent3>
        <a:srgbClr val="FF6B6B"/>
      </a:accent3>
      <a:accent4>
        <a:srgbClr val="C54D57"/>
      </a:accent4>
      <a:accent5>
        <a:srgbClr val="1694B2"/>
      </a:accent5>
      <a:accent6>
        <a:srgbClr val="EABD00"/>
      </a:accent6>
      <a:hlink>
        <a:srgbClr val="4ECDC4"/>
      </a:hlink>
      <a:folHlink>
        <a:srgbClr val="2EA59D"/>
      </a:folHlink>
    </a:clrScheme>
    <a:fontScheme name="Arcturus">
      <a:majorFont>
        <a:latin typeface="Ubuntu Medium"/>
        <a:ea typeface="Spica Neue P Light"/>
        <a:cs typeface=""/>
      </a:majorFont>
      <a:minorFont>
        <a:latin typeface="Ubuntu"/>
        <a:ea typeface="Spica Neue P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1"/>
        </a:solidFill>
        <a:ln w="0">
          <a:noFill/>
          <a:prstDash val="solid"/>
          <a:round/>
          <a:headEnd/>
          <a:tailEnd/>
        </a:ln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algn="ctr">
          <a:defRPr kumimoji="1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Arcturus - Content - Right Title">
  <a:themeElements>
    <a:clrScheme name="Arcturus">
      <a:dk1>
        <a:srgbClr val="3B3B3B"/>
      </a:dk1>
      <a:lt1>
        <a:sysClr val="window" lastClr="FFFFFF"/>
      </a:lt1>
      <a:dk2>
        <a:srgbClr val="556272"/>
      </a:dk2>
      <a:lt2>
        <a:srgbClr val="EEECE1"/>
      </a:lt2>
      <a:accent1>
        <a:srgbClr val="4ECDC4"/>
      </a:accent1>
      <a:accent2>
        <a:srgbClr val="A3E511"/>
      </a:accent2>
      <a:accent3>
        <a:srgbClr val="FF6B6B"/>
      </a:accent3>
      <a:accent4>
        <a:srgbClr val="C54D57"/>
      </a:accent4>
      <a:accent5>
        <a:srgbClr val="1694B2"/>
      </a:accent5>
      <a:accent6>
        <a:srgbClr val="EABD00"/>
      </a:accent6>
      <a:hlink>
        <a:srgbClr val="4ECDC4"/>
      </a:hlink>
      <a:folHlink>
        <a:srgbClr val="2EA59D"/>
      </a:folHlink>
    </a:clrScheme>
    <a:fontScheme name="Arcturus">
      <a:majorFont>
        <a:latin typeface="Ubuntu Medium"/>
        <a:ea typeface="Spica Neue P Light"/>
        <a:cs typeface=""/>
      </a:majorFont>
      <a:minorFont>
        <a:latin typeface="Ubuntu"/>
        <a:ea typeface="Spica Neue P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15</Slides>
  <Notes>15</Notes>
  <HiddenSlides>0</HiddenSlides>
  <ScaleCrop>false</ScaleCrop>
  <HeadingPairs>
    <vt:vector size="4" baseType="variant">
      <vt:variant>
        <vt:lpstr>Theme</vt:lpstr>
      </vt:variant>
      <vt:variant>
        <vt:i4>5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Office Theme</vt:lpstr>
      <vt:lpstr>Arcturus - Free Layout</vt:lpstr>
      <vt:lpstr>Arcturus - Content</vt:lpstr>
      <vt:lpstr>Arcturus - Content - No Header</vt:lpstr>
      <vt:lpstr>Arcturus - Content - Right Title</vt:lpstr>
      <vt:lpstr>ASR Innovation Sprint </vt:lpstr>
      <vt:lpstr>PowerPoint Presentation</vt:lpstr>
      <vt:lpstr>The Objectives</vt:lpstr>
      <vt:lpstr> Defining Our Metrics </vt:lpstr>
      <vt:lpstr>  The Insufficiency of WER  </vt:lpstr>
      <vt:lpstr> The Gold Standard: Measuring Meaning Preservation  ( LATTEScore) </vt:lpstr>
      <vt:lpstr>Building Robust Models Through Data Augmentation</vt:lpstr>
      <vt:lpstr> Key Finding 1 - Language &amp; Model Performance </vt:lpstr>
      <vt:lpstr> Key Finding 2 - The Severity Gap </vt:lpstr>
      <vt:lpstr> Key Finding 2 - The Severity Gap </vt:lpstr>
      <vt:lpstr> Key Finding 3 - The Condition Equity Gap </vt:lpstr>
      <vt:lpstr> Key Finding 3 - The Condition Equity Gap </vt:lpstr>
      <vt:lpstr> Overall Performance </vt:lpstr>
      <vt:lpstr>   Conclusion   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Florence Nightingale Hospital</dc:title>
  <dc:creator>Zeelenberg, C.J. (Cornee, Student B-PSY)</dc:creator>
  <cp:revision>2</cp:revision>
  <dcterms:created xsi:type="dcterms:W3CDTF">2024-04-03T07:39:37Z</dcterms:created>
  <dcterms:modified xsi:type="dcterms:W3CDTF">2025-10-18T15:15:12Z</dcterms:modified>
</cp:coreProperties>
</file>